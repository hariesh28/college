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8" r:id="rId3"/>
    <p:sldId id="257"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48618E9-EE2D-4864-9EEE-58939BD4FBBA}"/>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317D1EC0-23FF-4FC8-B22D-E34878EAA4CC}"/>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AB929A7-258C-4469-AAB4-A67D713F7A80}"/>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A635CDB-2D00-49D5-B26E-0694A25000C7}"/>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4288D7A-F857-418D-92F2-368E841B9F27}"/>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1084F50-7F3C-4A4A-877E-FFD9EC7CD88B}"/>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31E64C1-F4C0-4A94-B319-BB1A0A2450B5}"/>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63D8374-8052-417F-AB69-B97EAC43D513}"/>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7750734-4D51-4019-A003-38A3DE49B434}"/>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1B693D1-DBA2-4D3B-9B37-D9EE8C4112F4}"/>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CD3EA8-E4C0-4AF6-817F-F9F29157A499}"/>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A170FB3-B397-4AC9-85FD-65388F26D90A}"/>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E5EC0B9-49C7-4777-AEC5-B5EF8DE40498}"/>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902048B-30F7-4434-87A5-140F9BB4BEB1}"/>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500A6E2-A41C-4751-8A4E-9A0C5718D930}"/>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C259517-7BE7-45F9-81C0-3A6362BF143C}"/>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0652F56-7B71-42B2-AB68-22204A6DF177}"/>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059830E-1C3D-4D42-8789-524971CB4657}"/>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3325A7-86D3-4B52-A7E3-ADDF408B4067}"/>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D53F46F-EC12-484C-A4E7-791E57687AC1}"/>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64ED9CA-8950-47B8-A9ED-22B45CE15FB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4429F7B-9FD7-438F-8ECA-3FCAD0061805}"/>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C558100-D455-4B41-890C-BCC898B2D165}"/>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2886397-398A-4318-BE16-2CBAC1902F9E}"/>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D32A3A6-CE6E-4ABD-8522-2C8DC88C070E}"/>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9014C09-5B84-4798-8BDE-C80D76E67B8E}"/>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A29EB9E-ED9D-4C69-8A26-9A7A0A830569}"/>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A2899F9-1795-416F-8F3D-26EEB684DB6A}"/>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3043474-8625-495C-BD06-3627FD286C55}"/>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432CE47-7631-408E-8DDC-79EE378B707B}"/>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2C8832D-8B8D-4036-B913-2D363143274B}"/>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CCEFEAF-E87B-4FF2-A947-94CABAA0610D}"/>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43A7CD3-94E1-42A9-BAB7-2AFCD9FCBD10}"/>
              </a:ext>
            </a:extLst>
          </p:cNvPr>
          <p:cNvSpPr>
            <a:spLocks noGrp="1"/>
          </p:cNvSpPr>
          <p:nvPr>
            <p:ph type="ctrTitle"/>
          </p:nvPr>
        </p:nvSpPr>
        <p:spPr>
          <a:xfrm>
            <a:off x="691078" y="722903"/>
            <a:ext cx="10495904" cy="2460770"/>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467609B-8FD3-4FF7-8EBC-6619CA868B33}"/>
              </a:ext>
            </a:extLst>
          </p:cNvPr>
          <p:cNvSpPr>
            <a:spLocks noGrp="1"/>
          </p:cNvSpPr>
          <p:nvPr>
            <p:ph type="subTitle" idx="1"/>
          </p:nvPr>
        </p:nvSpPr>
        <p:spPr>
          <a:xfrm>
            <a:off x="691078" y="3428997"/>
            <a:ext cx="10495904" cy="2306639"/>
          </a:xfrm>
        </p:spPr>
        <p:txBody>
          <a:bodyPr/>
          <a:lstStyle>
            <a:lvl1pPr marL="0" indent="0" algn="l">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39" name="Right Triangle 38">
            <a:extLst>
              <a:ext uri="{FF2B5EF4-FFF2-40B4-BE49-F238E27FC236}">
                <a16:creationId xmlns:a16="http://schemas.microsoft.com/office/drawing/2014/main" id="{2437C4A8-8E3A-4ADA-93B9-64737CE1ABB1}"/>
              </a:ext>
              <a:ext uri="{C183D7F6-B498-43B3-948B-1728B52AA6E4}">
                <adec:decorative xmlns:adec="http://schemas.microsoft.com/office/drawing/2017/decorative" val="1"/>
              </a:ext>
            </a:extLst>
          </p:cNvPr>
          <p:cNvSpPr/>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ACC7A76F-3401-4F50-AE85-8F2AA247B99F}"/>
              </a:ext>
            </a:extLst>
          </p:cNvPr>
          <p:cNvSpPr>
            <a:spLocks noGrp="1"/>
          </p:cNvSpPr>
          <p:nvPr>
            <p:ph type="dt" sz="half" idx="10"/>
          </p:nvPr>
        </p:nvSpPr>
        <p:spPr/>
        <p:txBody>
          <a:bodyPr/>
          <a:lstStyle/>
          <a:p>
            <a:fld id="{8F72BA41-EC5B-4197-BCC8-0FD2E523CD7A}" type="datetimeFigureOut">
              <a:rPr lang="en-US" smtClean="0"/>
              <a:t>8/20/2024</a:t>
            </a:fld>
            <a:endParaRPr lang="en-US"/>
          </a:p>
        </p:txBody>
      </p:sp>
      <p:sp>
        <p:nvSpPr>
          <p:cNvPr id="5" name="Footer Placeholder 4">
            <a:extLst>
              <a:ext uri="{FF2B5EF4-FFF2-40B4-BE49-F238E27FC236}">
                <a16:creationId xmlns:a16="http://schemas.microsoft.com/office/drawing/2014/main" id="{DEF02E50-D34E-4DD4-8B3B-55D08F25F50A}"/>
              </a:ext>
            </a:extLst>
          </p:cNvPr>
          <p:cNvSpPr>
            <a:spLocks noGrp="1"/>
          </p:cNvSpPr>
          <p:nvPr>
            <p:ph type="ftr" sz="quarter" idx="11"/>
          </p:nvPr>
        </p:nvSpPr>
        <p:spPr>
          <a:xfrm>
            <a:off x="691078" y="236364"/>
            <a:ext cx="4114800" cy="417126"/>
          </a:xfrm>
        </p:spPr>
        <p:txBody>
          <a:bodyPr/>
          <a:lstStyle/>
          <a:p>
            <a:endParaRPr lang="en-US" dirty="0"/>
          </a:p>
        </p:txBody>
      </p:sp>
      <p:sp>
        <p:nvSpPr>
          <p:cNvPr id="6" name="Slide Number Placeholder 5">
            <a:extLst>
              <a:ext uri="{FF2B5EF4-FFF2-40B4-BE49-F238E27FC236}">
                <a16:creationId xmlns:a16="http://schemas.microsoft.com/office/drawing/2014/main" id="{37B53B71-D2FA-4DDC-9C9C-E26F7B591A8E}"/>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7520022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D8D6B-70A2-430A-9F5D-DA093D8C16CF}"/>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94A2845-6CA6-4745-A951-25B8D5319D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049424-7A20-4BA1-9F60-671A5DBB3B13}"/>
              </a:ext>
            </a:extLst>
          </p:cNvPr>
          <p:cNvSpPr>
            <a:spLocks noGrp="1"/>
          </p:cNvSpPr>
          <p:nvPr>
            <p:ph type="dt" sz="half" idx="10"/>
          </p:nvPr>
        </p:nvSpPr>
        <p:spPr/>
        <p:txBody>
          <a:bodyPr/>
          <a:lstStyle/>
          <a:p>
            <a:fld id="{8F72BA41-EC5B-4197-BCC8-0FD2E523CD7A}" type="datetimeFigureOut">
              <a:rPr lang="en-US" smtClean="0"/>
              <a:t>8/20/2024</a:t>
            </a:fld>
            <a:endParaRPr lang="en-US"/>
          </a:p>
        </p:txBody>
      </p:sp>
      <p:sp>
        <p:nvSpPr>
          <p:cNvPr id="5" name="Footer Placeholder 4">
            <a:extLst>
              <a:ext uri="{FF2B5EF4-FFF2-40B4-BE49-F238E27FC236}">
                <a16:creationId xmlns:a16="http://schemas.microsoft.com/office/drawing/2014/main" id="{4F1BD2B2-E17F-402E-8EA3-5C7C1118A8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D23070-8658-4AC0-B2A3-4BE605A840F8}"/>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7419259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69DB7AC-F7D7-430A-A2A7-CD3EBBF1D35D}"/>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66AAF10E-F092-4160-BF4A-FF568555B790}"/>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6341C04-9B94-4385-A661-7B8C17000497}"/>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C1D709-6A0F-409C-B2D0-C248E562265E}"/>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999BE53-BA11-4B67-BFBB-6281DB50C75D}"/>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B662D93-31C1-4DFB-A938-E631F89AA9F0}"/>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7ECC8DA-0BEC-4508-89D4-12FA35B481F5}"/>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7DC8E6C-1B78-4B89-82DD-BBA778CD1482}"/>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8E5F54A-0315-4B15-B865-1F0460526260}"/>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DD7F352-DE39-4835-8D3F-69CDEC490F1E}"/>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9D6F20A-F777-4F41-B23B-735A64FA5DA3}"/>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1BBADBA-0F74-418B-BC50-AD44596C3EF8}"/>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918BE26-88E5-457C-8095-745F34D1536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B269E0-E058-4340-B93D-7D40FFF521F3}"/>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DDD9AEE-5501-4385-B339-4616F567B53D}"/>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4D29C61-8926-4C98-882B-AB90108C8386}"/>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AC585F9-B633-4F7E-AADE-75079DC17158}"/>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5DC6366-5525-4FBC-9886-D4409F6B2993}"/>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CC03CF9-098C-4140-806A-023D3DC3F2E3}"/>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9C41BC4-89DF-4EC4-A141-9EF16D8EEB5B}"/>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32AD067-E64C-499E-9C0A-A72525874417}"/>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653DD54-FA2B-4B91-A94E-3C46AE21B385}"/>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86AC204-156B-442E-B028-01036BD1F267}"/>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03512DE-F013-431A-9F6E-ADDA88FB2DD5}"/>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E95FEE1-61A9-4065-B9F8-5589180AC62B}"/>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028AA59-C1FA-46C0-BFDD-1C1D3404C81C}"/>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A5C99EE-B791-470A-8639-0357A751EB43}"/>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54F4204-F48B-4AF5-B11E-0CE7D972AC37}"/>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76643FE-3966-4B82-9623-C61A56EDD20C}"/>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DD769C5-B1B1-45BD-A40A-67E6568C8434}"/>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A511707-50C7-48B2-81F7-5C82BF57795C}"/>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38D44F3-CCFE-48A0-8414-FFF5E43D9184}"/>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D126FE0-8204-40BB-AD46-4A0C7A47514C}"/>
              </a:ext>
            </a:extLst>
          </p:cNvPr>
          <p:cNvSpPr>
            <a:spLocks noGrp="1"/>
          </p:cNvSpPr>
          <p:nvPr>
            <p:ph type="title"/>
          </p:nvPr>
        </p:nvSpPr>
        <p:spPr>
          <a:xfrm>
            <a:off x="691078" y="718115"/>
            <a:ext cx="10312571" cy="2781501"/>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B25E350-4200-419C-A167-527DD6B77792}"/>
              </a:ext>
            </a:extLst>
          </p:cNvPr>
          <p:cNvSpPr>
            <a:spLocks noGrp="1"/>
          </p:cNvSpPr>
          <p:nvPr>
            <p:ph type="body" idx="1"/>
          </p:nvPr>
        </p:nvSpPr>
        <p:spPr>
          <a:xfrm>
            <a:off x="691078" y="3753350"/>
            <a:ext cx="10312571" cy="1991572"/>
          </a:xfrm>
        </p:spPr>
        <p:txBody>
          <a:bodyPr/>
          <a:lstStyle>
            <a:lvl1pPr marL="0" indent="0">
              <a:buNone/>
              <a:defRPr lang="en-US" sz="2400" kern="1200" smtClean="0">
                <a:solidFill>
                  <a:schemeClr val="tx2"/>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39" name="Right Triangle 38">
            <a:extLst>
              <a:ext uri="{FF2B5EF4-FFF2-40B4-BE49-F238E27FC236}">
                <a16:creationId xmlns:a16="http://schemas.microsoft.com/office/drawing/2014/main" id="{6741F519-22CF-4C01-B140-5480DBAB30F8}"/>
              </a:ext>
              <a:ext uri="{C183D7F6-B498-43B3-948B-1728B52AA6E4}">
                <adec:decorative xmlns:adec="http://schemas.microsoft.com/office/drawing/2017/decorative" val="1"/>
              </a:ext>
            </a:extLst>
          </p:cNvPr>
          <p:cNvSpPr/>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D05D1550-9064-4767-B70A-3501AF956C94}"/>
              </a:ext>
            </a:extLst>
          </p:cNvPr>
          <p:cNvSpPr>
            <a:spLocks noGrp="1"/>
          </p:cNvSpPr>
          <p:nvPr>
            <p:ph type="dt" sz="half" idx="10"/>
          </p:nvPr>
        </p:nvSpPr>
        <p:spPr/>
        <p:txBody>
          <a:bodyPr/>
          <a:lstStyle/>
          <a:p>
            <a:fld id="{8F72BA41-EC5B-4197-BCC8-0FD2E523CD7A}" type="datetimeFigureOut">
              <a:rPr lang="en-US" smtClean="0"/>
              <a:t>8/20/2024</a:t>
            </a:fld>
            <a:endParaRPr lang="en-US"/>
          </a:p>
        </p:txBody>
      </p:sp>
      <p:sp>
        <p:nvSpPr>
          <p:cNvPr id="5" name="Footer Placeholder 4">
            <a:extLst>
              <a:ext uri="{FF2B5EF4-FFF2-40B4-BE49-F238E27FC236}">
                <a16:creationId xmlns:a16="http://schemas.microsoft.com/office/drawing/2014/main" id="{581E1C33-2E8E-4041-9683-12048CB8AB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D36992-B921-4F3F-9C4A-0D67E618D114}"/>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268511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CFDF5-4B31-4F1B-83BA-82A9510379F2}"/>
              </a:ext>
            </a:extLst>
          </p:cNvPr>
          <p:cNvSpPr>
            <a:spLocks noGrp="1"/>
          </p:cNvSpPr>
          <p:nvPr>
            <p:ph type="title"/>
          </p:nvPr>
        </p:nvSpPr>
        <p:spPr>
          <a:xfrm>
            <a:off x="691078" y="722903"/>
            <a:ext cx="10312571" cy="1354844"/>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14EC9A6-F718-4497-8A75-637EE17458E0}"/>
              </a:ext>
            </a:extLst>
          </p:cNvPr>
          <p:cNvSpPr>
            <a:spLocks noGrp="1"/>
          </p:cNvSpPr>
          <p:nvPr>
            <p:ph sz="half" idx="1"/>
          </p:nvPr>
        </p:nvSpPr>
        <p:spPr>
          <a:xfrm>
            <a:off x="691078" y="2345843"/>
            <a:ext cx="5009584" cy="3274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D503E57-9695-4508-9778-B3DB1FB5FAB6}"/>
              </a:ext>
            </a:extLst>
          </p:cNvPr>
          <p:cNvSpPr>
            <a:spLocks noGrp="1"/>
          </p:cNvSpPr>
          <p:nvPr>
            <p:ph sz="half" idx="2"/>
          </p:nvPr>
        </p:nvSpPr>
        <p:spPr>
          <a:xfrm>
            <a:off x="5935075" y="2345843"/>
            <a:ext cx="5068574" cy="3274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474CEE6-B9DC-4CCC-8F4C-0B4DADFB0195}"/>
              </a:ext>
            </a:extLst>
          </p:cNvPr>
          <p:cNvSpPr>
            <a:spLocks noGrp="1"/>
          </p:cNvSpPr>
          <p:nvPr>
            <p:ph type="dt" sz="half" idx="10"/>
          </p:nvPr>
        </p:nvSpPr>
        <p:spPr/>
        <p:txBody>
          <a:bodyPr/>
          <a:lstStyle/>
          <a:p>
            <a:fld id="{8F72BA41-EC5B-4197-BCC8-0FD2E523CD7A}" type="datetimeFigureOut">
              <a:rPr lang="en-US" smtClean="0"/>
              <a:t>8/20/2024</a:t>
            </a:fld>
            <a:endParaRPr lang="en-US"/>
          </a:p>
        </p:txBody>
      </p:sp>
      <p:sp>
        <p:nvSpPr>
          <p:cNvPr id="6" name="Footer Placeholder 5">
            <a:extLst>
              <a:ext uri="{FF2B5EF4-FFF2-40B4-BE49-F238E27FC236}">
                <a16:creationId xmlns:a16="http://schemas.microsoft.com/office/drawing/2014/main" id="{2AC85191-5804-47C9-95EB-D49D715737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6B0A03-44F6-4299-B45D-E07A023906F0}"/>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474538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920E6-CC97-4BD8-92FE-8F36024D0E38}"/>
              </a:ext>
            </a:extLst>
          </p:cNvPr>
          <p:cNvSpPr>
            <a:spLocks noGrp="1"/>
          </p:cNvSpPr>
          <p:nvPr>
            <p:ph type="title"/>
          </p:nvPr>
        </p:nvSpPr>
        <p:spPr>
          <a:xfrm>
            <a:off x="691078" y="722900"/>
            <a:ext cx="10320062" cy="1407505"/>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73872FB-EDD5-42FB-8A9A-279EAD4FB0D9}"/>
              </a:ext>
            </a:extLst>
          </p:cNvPr>
          <p:cNvSpPr>
            <a:spLocks noGrp="1"/>
          </p:cNvSpPr>
          <p:nvPr>
            <p:ph type="body" idx="1"/>
          </p:nvPr>
        </p:nvSpPr>
        <p:spPr>
          <a:xfrm>
            <a:off x="691078" y="2331481"/>
            <a:ext cx="4963444" cy="54007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5F28C1-95C8-476A-8D93-D580DD39D8F7}"/>
              </a:ext>
            </a:extLst>
          </p:cNvPr>
          <p:cNvSpPr>
            <a:spLocks noGrp="1"/>
          </p:cNvSpPr>
          <p:nvPr>
            <p:ph sz="half" idx="2"/>
          </p:nvPr>
        </p:nvSpPr>
        <p:spPr>
          <a:xfrm>
            <a:off x="691078" y="2954564"/>
            <a:ext cx="4963444" cy="2790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4315485-EE1A-41B0-873A-BA9D06E88BFD}"/>
              </a:ext>
            </a:extLst>
          </p:cNvPr>
          <p:cNvSpPr>
            <a:spLocks noGrp="1"/>
          </p:cNvSpPr>
          <p:nvPr>
            <p:ph type="body" sz="quarter" idx="3"/>
          </p:nvPr>
        </p:nvSpPr>
        <p:spPr>
          <a:xfrm>
            <a:off x="6103351" y="2331481"/>
            <a:ext cx="4900298" cy="54007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81A6FB-1583-4A1B-A4A7-C65062C57B73}"/>
              </a:ext>
            </a:extLst>
          </p:cNvPr>
          <p:cNvSpPr>
            <a:spLocks noGrp="1"/>
          </p:cNvSpPr>
          <p:nvPr>
            <p:ph sz="quarter" idx="4"/>
          </p:nvPr>
        </p:nvSpPr>
        <p:spPr>
          <a:xfrm>
            <a:off x="6103351" y="2954564"/>
            <a:ext cx="4900298" cy="2790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3A29EA7-E61E-4617-9DA9-40B9299B3287}"/>
              </a:ext>
            </a:extLst>
          </p:cNvPr>
          <p:cNvSpPr>
            <a:spLocks noGrp="1"/>
          </p:cNvSpPr>
          <p:nvPr>
            <p:ph type="dt" sz="half" idx="10"/>
          </p:nvPr>
        </p:nvSpPr>
        <p:spPr>
          <a:xfrm>
            <a:off x="683587" y="6215870"/>
            <a:ext cx="3843779" cy="417126"/>
          </a:xfrm>
        </p:spPr>
        <p:txBody>
          <a:bodyPr/>
          <a:lstStyle/>
          <a:p>
            <a:fld id="{8F72BA41-EC5B-4197-BCC8-0FD2E523CD7A}" type="datetimeFigureOut">
              <a:rPr lang="en-US" smtClean="0"/>
              <a:t>8/20/2024</a:t>
            </a:fld>
            <a:endParaRPr lang="en-US"/>
          </a:p>
        </p:txBody>
      </p:sp>
      <p:sp>
        <p:nvSpPr>
          <p:cNvPr id="8" name="Footer Placeholder 7">
            <a:extLst>
              <a:ext uri="{FF2B5EF4-FFF2-40B4-BE49-F238E27FC236}">
                <a16:creationId xmlns:a16="http://schemas.microsoft.com/office/drawing/2014/main" id="{D56249CC-EB72-46A6-87D9-5FBDA8E450EC}"/>
              </a:ext>
            </a:extLst>
          </p:cNvPr>
          <p:cNvSpPr>
            <a:spLocks noGrp="1"/>
          </p:cNvSpPr>
          <p:nvPr>
            <p:ph type="ftr" sz="quarter" idx="11"/>
          </p:nvPr>
        </p:nvSpPr>
        <p:spPr>
          <a:xfrm>
            <a:off x="691078" y="236364"/>
            <a:ext cx="4114800" cy="417126"/>
          </a:xfrm>
        </p:spPr>
        <p:txBody>
          <a:bodyPr/>
          <a:lstStyle/>
          <a:p>
            <a:endParaRPr lang="en-US" dirty="0"/>
          </a:p>
        </p:txBody>
      </p:sp>
      <p:sp>
        <p:nvSpPr>
          <p:cNvPr id="9" name="Slide Number Placeholder 8">
            <a:extLst>
              <a:ext uri="{FF2B5EF4-FFF2-40B4-BE49-F238E27FC236}">
                <a16:creationId xmlns:a16="http://schemas.microsoft.com/office/drawing/2014/main" id="{EAA04EE7-47BE-4ECE-A170-793C4E569518}"/>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080338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E4946-24AD-40DD-95A7-49BA49C227DF}"/>
              </a:ext>
            </a:extLst>
          </p:cNvPr>
          <p:cNvSpPr>
            <a:spLocks noGrp="1"/>
          </p:cNvSpPr>
          <p:nvPr>
            <p:ph type="title"/>
          </p:nvPr>
        </p:nvSpPr>
        <p:spPr>
          <a:xfrm>
            <a:off x="691078" y="722903"/>
            <a:ext cx="10501177" cy="1401231"/>
          </a:xfrm>
        </p:spPr>
        <p:txBody>
          <a:bodyPr/>
          <a:lstStyle>
            <a:lvl1pPr>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7D8CF342-49F6-482D-943E-7E50B1694AE3}"/>
              </a:ext>
            </a:extLst>
          </p:cNvPr>
          <p:cNvSpPr>
            <a:spLocks noGrp="1"/>
          </p:cNvSpPr>
          <p:nvPr>
            <p:ph type="dt" sz="half" idx="10"/>
          </p:nvPr>
        </p:nvSpPr>
        <p:spPr/>
        <p:txBody>
          <a:bodyPr/>
          <a:lstStyle/>
          <a:p>
            <a:fld id="{8F72BA41-EC5B-4197-BCC8-0FD2E523CD7A}" type="datetimeFigureOut">
              <a:rPr lang="en-US" smtClean="0"/>
              <a:t>8/20/2024</a:t>
            </a:fld>
            <a:endParaRPr lang="en-US"/>
          </a:p>
        </p:txBody>
      </p:sp>
      <p:sp>
        <p:nvSpPr>
          <p:cNvPr id="4" name="Footer Placeholder 3">
            <a:extLst>
              <a:ext uri="{FF2B5EF4-FFF2-40B4-BE49-F238E27FC236}">
                <a16:creationId xmlns:a16="http://schemas.microsoft.com/office/drawing/2014/main" id="{064033E5-3797-4FF8-866F-9FD9325A9FAB}"/>
              </a:ext>
            </a:extLst>
          </p:cNvPr>
          <p:cNvSpPr>
            <a:spLocks noGrp="1"/>
          </p:cNvSpPr>
          <p:nvPr>
            <p:ph type="ftr" sz="quarter" idx="11"/>
          </p:nvPr>
        </p:nvSpPr>
        <p:spPr>
          <a:xfrm>
            <a:off x="691078" y="236364"/>
            <a:ext cx="4114800" cy="417126"/>
          </a:xfrm>
        </p:spPr>
        <p:txBody>
          <a:bodyPr/>
          <a:lstStyle/>
          <a:p>
            <a:endParaRPr lang="en-US"/>
          </a:p>
        </p:txBody>
      </p:sp>
      <p:sp>
        <p:nvSpPr>
          <p:cNvPr id="5" name="Slide Number Placeholder 4">
            <a:extLst>
              <a:ext uri="{FF2B5EF4-FFF2-40B4-BE49-F238E27FC236}">
                <a16:creationId xmlns:a16="http://schemas.microsoft.com/office/drawing/2014/main" id="{66DC1E67-424D-4638-98F8-38E71A410011}"/>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6347031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45BED274-5EB4-4EF4-B353-E55BD502655C}"/>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6" name="Straight Connector 5">
              <a:extLst>
                <a:ext uri="{FF2B5EF4-FFF2-40B4-BE49-F238E27FC236}">
                  <a16:creationId xmlns:a16="http://schemas.microsoft.com/office/drawing/2014/main" id="{E0418BE5-560E-4E49-B12D-B555511FED72}"/>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49D1162-73B9-420F-BCBE-95039D00CD24}"/>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2BA76FE-316A-48E2-A03B-4E05691C4348}"/>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E678FBC-A6AD-4422-BA24-A4172F8862CA}"/>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D3C5C3E-2D08-43F0-AFAC-E15360CA7D34}"/>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0BEAC62-AF92-4A65-9790-6F6E0C6C5A1F}"/>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C77D7C5-E76E-4E82-BFC4-9A75D2C8089D}"/>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66E0152-96B9-4067-80D3-D9BDE6D7EC95}"/>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918AFCC-B9DA-4092-8FBA-2CFEDB0388E3}"/>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1EC7D33-C87E-4812-A722-53C5D99272B5}"/>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5F239E3-501A-4C3C-9BE4-6BFA0D3126B7}"/>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62BF3B-95BB-4188-AAE5-015A0EF3D18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14E5F0F-0124-40D0-A0BF-AE307A0E15F4}"/>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BADC3B1-26C7-4CF1-B29D-4D0DEA3E2633}"/>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0A7DF6E-1132-4A80-9B18-593B1ACD7784}"/>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EF19589-10D8-4A8F-A0B1-F7CE380E3001}"/>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8E6BB32-C4F8-4914-88D3-7DC5E79D023E}"/>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8F046EE-9DBA-4924-A19C-ED8741F5F810}"/>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AABBC44-ABA8-4913-824E-64D344724644}"/>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4272B22-1C39-47A0-8551-73666AFBEEC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8CDFF66-464C-4ABF-BB01-00500A3B7517}"/>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079FC88-BD3B-4C04-9B90-0FC93C179217}"/>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1FCAED8-8687-4141-A7C3-0D88ACEDFECA}"/>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65038E6-7B32-460F-B804-D6C105FF44C9}"/>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C5DAE85-AD17-454B-AB64-CEFF52FDAB9D}"/>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C603643-2066-4967-AE4B-9DA143843B25}"/>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37E9533-9B07-43E3-B939-7BADC01FEE86}"/>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DCCAAEE-AB2E-4534-893A-3DB109499FBB}"/>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8BD39A2-970F-4714-AAA6-67EE99A0EAA9}"/>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F4A1387-348B-4E46-9B65-FDF76ED0EF20}"/>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F5DAF27-A54D-442A-93E4-BA7F04EAE379}"/>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Date Placeholder 1">
            <a:extLst>
              <a:ext uri="{FF2B5EF4-FFF2-40B4-BE49-F238E27FC236}">
                <a16:creationId xmlns:a16="http://schemas.microsoft.com/office/drawing/2014/main" id="{D2EA265F-80A1-448D-A6EB-CE8D6F6EC723}"/>
              </a:ext>
            </a:extLst>
          </p:cNvPr>
          <p:cNvSpPr>
            <a:spLocks noGrp="1"/>
          </p:cNvSpPr>
          <p:nvPr>
            <p:ph type="dt" sz="half" idx="10"/>
          </p:nvPr>
        </p:nvSpPr>
        <p:spPr/>
        <p:txBody>
          <a:bodyPr/>
          <a:lstStyle/>
          <a:p>
            <a:fld id="{8F72BA41-EC5B-4197-BCC8-0FD2E523CD7A}" type="datetimeFigureOut">
              <a:rPr lang="en-US" smtClean="0"/>
              <a:t>8/20/2024</a:t>
            </a:fld>
            <a:endParaRPr lang="en-US"/>
          </a:p>
        </p:txBody>
      </p:sp>
      <p:sp>
        <p:nvSpPr>
          <p:cNvPr id="3" name="Footer Placeholder 2">
            <a:extLst>
              <a:ext uri="{FF2B5EF4-FFF2-40B4-BE49-F238E27FC236}">
                <a16:creationId xmlns:a16="http://schemas.microsoft.com/office/drawing/2014/main" id="{4815D00D-89E6-4E7A-9A4D-A8CCEB3BED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22B5AEA-8C38-4776-878C-AB01474D9171}"/>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211524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40" name="Right Triangle 39">
            <a:extLst>
              <a:ext uri="{FF2B5EF4-FFF2-40B4-BE49-F238E27FC236}">
                <a16:creationId xmlns:a16="http://schemas.microsoft.com/office/drawing/2014/main" id="{C4853C57-22BC-4465-8B37-DC06FE5A0003}"/>
              </a:ext>
              <a:ext uri="{C183D7F6-B498-43B3-948B-1728B52AA6E4}">
                <adec:decorative xmlns:adec="http://schemas.microsoft.com/office/drawing/2017/decorative" val="1"/>
              </a:ext>
            </a:extLst>
          </p:cNvPr>
          <p:cNvSpPr/>
          <p:nvPr/>
        </p:nvSpPr>
        <p:spPr>
          <a:xfrm rot="13500000">
            <a:off x="-281092" y="314485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7E67C0A6-48E9-4845-9EBF-EF2A3DFD274F}"/>
              </a:ext>
            </a:extLst>
          </p:cNvPr>
          <p:cNvSpPr>
            <a:spLocks noGrp="1"/>
          </p:cNvSpPr>
          <p:nvPr>
            <p:ph type="title"/>
          </p:nvPr>
        </p:nvSpPr>
        <p:spPr>
          <a:xfrm>
            <a:off x="683587" y="713677"/>
            <a:ext cx="4499914" cy="2996581"/>
          </a:xfrm>
        </p:spPr>
        <p:txBody>
          <a:bodyPr anchor="b">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A8B542-2084-485C-ABFC-94340B4C7E77}"/>
              </a:ext>
            </a:extLst>
          </p:cNvPr>
          <p:cNvSpPr>
            <a:spLocks noGrp="1"/>
          </p:cNvSpPr>
          <p:nvPr>
            <p:ph idx="1"/>
          </p:nvPr>
        </p:nvSpPr>
        <p:spPr>
          <a:xfrm>
            <a:off x="5698672" y="708102"/>
            <a:ext cx="5656716" cy="543064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9647791F-9546-470D-A174-D75285263C2C}"/>
              </a:ext>
            </a:extLst>
          </p:cNvPr>
          <p:cNvSpPr>
            <a:spLocks noGrp="1"/>
          </p:cNvSpPr>
          <p:nvPr>
            <p:ph type="body" sz="half" idx="2"/>
          </p:nvPr>
        </p:nvSpPr>
        <p:spPr>
          <a:xfrm>
            <a:off x="683587" y="3976544"/>
            <a:ext cx="4499914" cy="2162201"/>
          </a:xfrm>
        </p:spPr>
        <p:txBody>
          <a:bodyPr>
            <a:normAutofit/>
          </a:bodyPr>
          <a:lstStyle>
            <a:lvl1pPr marL="0" indent="0">
              <a:buNone/>
              <a:defRPr lang="en-US" sz="2400" b="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10000"/>
              </a:lnSpc>
              <a:spcBef>
                <a:spcPts val="1000"/>
              </a:spcBef>
              <a:buClr>
                <a:schemeClr val="tx2">
                  <a:lumMod val="50000"/>
                  <a:lumOff val="50000"/>
                </a:schemeClr>
              </a:buClr>
              <a:buSzPct val="75000"/>
              <a:buFont typeface="Wingdings" panose="05000000000000000000" pitchFamily="2" charset="2"/>
              <a:buNone/>
            </a:pPr>
            <a:r>
              <a:rPr lang="en-US"/>
              <a:t>Click to edit Master text styles</a:t>
            </a:r>
          </a:p>
        </p:txBody>
      </p:sp>
      <p:grpSp>
        <p:nvGrpSpPr>
          <p:cNvPr id="8" name="Group 7">
            <a:extLst>
              <a:ext uri="{FF2B5EF4-FFF2-40B4-BE49-F238E27FC236}">
                <a16:creationId xmlns:a16="http://schemas.microsoft.com/office/drawing/2014/main" id="{0550D594-9D00-4E12-9A7B-8B78EC199482}"/>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9" name="Straight Connector 8">
              <a:extLst>
                <a:ext uri="{FF2B5EF4-FFF2-40B4-BE49-F238E27FC236}">
                  <a16:creationId xmlns:a16="http://schemas.microsoft.com/office/drawing/2014/main" id="{C5DEA230-2680-47DD-BD49-FDBF4C1105A5}"/>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0BA61D-887F-46F1-B20D-EA4C38D467CE}"/>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350DFBA-D16D-4AE0-8339-58C4089B94AD}"/>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F4AAAA5-CEFC-4C25-91D3-5AE49F720DA5}"/>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4D142AD-3FA3-43E4-8A61-61CF1E415684}"/>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C3755A3-93F4-4EC4-9635-7E89E4AF1D3F}"/>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0BFB588-0AB8-4BD8-9272-1CA867726018}"/>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45A6DF3-CF29-4480-A235-EAE88D65A63C}"/>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D6FF036-365A-4C15-8E15-0D5BBEBCEA58}"/>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85E76FF-4E86-4E42-B67E-B11AAE8D3076}"/>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1A64CEE-7CED-4EB2-A414-6F2D91E824F9}"/>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12C571B-47A6-49EB-A29F-678368BAED9F}"/>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160B109-845C-4119-BB66-9887B3859A7D}"/>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68B7447-FF64-42D9-B3C6-2BDC6F547EDE}"/>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FFF9B71-8653-450D-AFBE-2140D586FB50}"/>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F0B9E5A-C1DA-445C-A911-721DF98DDCDD}"/>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5C9A3DC-A478-4469-9359-34A435689F36}"/>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7DE3299-EED7-4771-A270-F6B02941AD65}"/>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434422A-5B59-41DC-8E2A-1A8244580E30}"/>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A176117-0990-434B-A9D9-B4B9043C5447}"/>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7D6425E-C84A-462F-98F8-D0AB4FC3AF88}"/>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F13AB68-7321-4AC2-AC60-0F417877D078}"/>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E275CCE-D06F-49D0-8A47-372C5040330B}"/>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D4B374E-EEBC-4A9C-B3B4-B269EC719857}"/>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D80A7E6-BBEF-4EF1-B14A-29F26BFCF8E6}"/>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D7BC013-9B50-459D-8B8D-F756514A478B}"/>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48964C0-675D-4807-B795-4B695A8F8420}"/>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6911512-51A8-4CE7-A043-425C809EB5FB}"/>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3C15D1E-0EDF-4AD7-90C7-3D8D64E645DB}"/>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8265A2D-2A6A-4301-B59F-8BAD98D9A57B}"/>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4A4907F-2D1D-49D1-882D-119AA5E1183B}"/>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5" name="Date Placeholder 4">
            <a:extLst>
              <a:ext uri="{FF2B5EF4-FFF2-40B4-BE49-F238E27FC236}">
                <a16:creationId xmlns:a16="http://schemas.microsoft.com/office/drawing/2014/main" id="{AF6A2284-37AB-43F5-98B8-8AB49DBFA9F5}"/>
              </a:ext>
            </a:extLst>
          </p:cNvPr>
          <p:cNvSpPr>
            <a:spLocks noGrp="1"/>
          </p:cNvSpPr>
          <p:nvPr>
            <p:ph type="dt" sz="half" idx="10"/>
          </p:nvPr>
        </p:nvSpPr>
        <p:spPr/>
        <p:txBody>
          <a:bodyPr/>
          <a:lstStyle/>
          <a:p>
            <a:fld id="{8F72BA41-EC5B-4197-BCC8-0FD2E523CD7A}" type="datetimeFigureOut">
              <a:rPr lang="en-US" smtClean="0"/>
              <a:t>8/20/2024</a:t>
            </a:fld>
            <a:endParaRPr lang="en-US"/>
          </a:p>
        </p:txBody>
      </p:sp>
      <p:sp>
        <p:nvSpPr>
          <p:cNvPr id="6" name="Footer Placeholder 5">
            <a:extLst>
              <a:ext uri="{FF2B5EF4-FFF2-40B4-BE49-F238E27FC236}">
                <a16:creationId xmlns:a16="http://schemas.microsoft.com/office/drawing/2014/main" id="{9AD8ABAA-E2F7-4C89-99ED-2C340220DD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52EF12-B2CD-4F3C-9F19-A86915405017}"/>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532695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DDA6865-0A03-48FA-AD6E-D5BF8FDE9272}"/>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9" name="Straight Connector 8">
              <a:extLst>
                <a:ext uri="{FF2B5EF4-FFF2-40B4-BE49-F238E27FC236}">
                  <a16:creationId xmlns:a16="http://schemas.microsoft.com/office/drawing/2014/main" id="{2277E8EB-0DA2-40E4-AD12-1CCD0D262D0B}"/>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5BFE9F8-907A-4FFC-9FDE-2B51D238C40E}"/>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BDDC323-8732-4007-BB81-1BE917E3B2FF}"/>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908FC40-8403-438D-95CA-E4EDC66192A9}"/>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411D218-3FEA-4455-9809-91F029FB55AE}"/>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541390F-BE50-4E4E-9DA2-B5F23F1A93D8}"/>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EB3F094-97B5-48E1-A4DE-8BEED2550283}"/>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D4DBB43-CB34-4881-9445-A7FE131D5327}"/>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B71F972-027A-47F0-996C-84BFE4574050}"/>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C41353D-93C8-43F8-BBDE-7AB6B29EC38C}"/>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CF07B24-CBD8-4F09-81EB-504285F8E115}"/>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27873BB-1D79-4055-801C-BDA0F9A1513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008D42B-2F35-497E-A26D-9AF008619D43}"/>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7F57499-C4D9-4B7D-BADA-38462AA3164E}"/>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271F2B9-1FFA-4350-9370-B098459A2324}"/>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8FBAFFC-DC8F-4BB4-B405-E4AAA269AED4}"/>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4FCE64-D7A5-411A-8795-932DD39F9520}"/>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0B4ECFC-FD43-44CF-B7FA-2A8C5651400F}"/>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9DFBC12-1E1D-44DE-9966-BAB05B246636}"/>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9BEF096-361C-478B-81EB-37584119BFEE}"/>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FC81993-CE86-4910-B9CE-B69375BDCEE3}"/>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75613D7-9FB0-4D33-8784-EC059DE019C8}"/>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520AFD9-E849-4F42-99B2-928E6098C29A}"/>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A200B0B-91CD-4D66-ADFC-9585D283103C}"/>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5DB0C45-30CE-4C85-95C6-FFF4977C646A}"/>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C31604-5F93-436D-A9D2-A48846D4E0DE}"/>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FF1B965-7DE1-4AE3-B28B-DB6847BC52CC}"/>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FD9FB65-4392-4D6A-8ACC-8151F682BFE8}"/>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B40380C-3493-4AFE-BF13-AE68A8D244B4}"/>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CB21DF1-4859-4991-9C10-F8FA68F41013}"/>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54AD212-17DC-4506-AAA0-34A46A0B11C3}"/>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5B556E7-762B-4E18-A961-A4F7A9ECF9D8}"/>
              </a:ext>
            </a:extLst>
          </p:cNvPr>
          <p:cNvSpPr>
            <a:spLocks noGrp="1"/>
          </p:cNvSpPr>
          <p:nvPr>
            <p:ph type="title"/>
          </p:nvPr>
        </p:nvSpPr>
        <p:spPr>
          <a:xfrm>
            <a:off x="683587" y="713677"/>
            <a:ext cx="4434823" cy="3020519"/>
          </a:xfrm>
        </p:spPr>
        <p:txBody>
          <a:bodyPr anchor="b">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FB7118AF-C54D-406D-AABE-AED6576D1281}"/>
              </a:ext>
            </a:extLst>
          </p:cNvPr>
          <p:cNvSpPr>
            <a:spLocks noGrp="1"/>
          </p:cNvSpPr>
          <p:nvPr>
            <p:ph type="pic" idx="1"/>
          </p:nvPr>
        </p:nvSpPr>
        <p:spPr>
          <a:xfrm>
            <a:off x="5698672" y="713677"/>
            <a:ext cx="5304977" cy="543064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0" name="Right Triangle 39">
            <a:extLst>
              <a:ext uri="{FF2B5EF4-FFF2-40B4-BE49-F238E27FC236}">
                <a16:creationId xmlns:a16="http://schemas.microsoft.com/office/drawing/2014/main" id="{205CDEB9-8DED-4711-8140-4C943FC2CDA0}"/>
              </a:ext>
              <a:ext uri="{C183D7F6-B498-43B3-948B-1728B52AA6E4}">
                <adec:decorative xmlns:adec="http://schemas.microsoft.com/office/drawing/2017/decorative" val="1"/>
              </a:ext>
            </a:extLst>
          </p:cNvPr>
          <p:cNvSpPr/>
          <p:nvPr/>
        </p:nvSpPr>
        <p:spPr>
          <a:xfrm rot="13500000">
            <a:off x="-281093" y="314330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Text Placeholder 3">
            <a:extLst>
              <a:ext uri="{FF2B5EF4-FFF2-40B4-BE49-F238E27FC236}">
                <a16:creationId xmlns:a16="http://schemas.microsoft.com/office/drawing/2014/main" id="{02E13C3F-6360-4760-9477-C3831A6E26EF}"/>
              </a:ext>
            </a:extLst>
          </p:cNvPr>
          <p:cNvSpPr>
            <a:spLocks noGrp="1"/>
          </p:cNvSpPr>
          <p:nvPr>
            <p:ph type="body" sz="half" idx="2"/>
          </p:nvPr>
        </p:nvSpPr>
        <p:spPr>
          <a:xfrm>
            <a:off x="683587" y="3970330"/>
            <a:ext cx="4434823" cy="2173992"/>
          </a:xfrm>
        </p:spPr>
        <p:txBody>
          <a:bodyPr/>
          <a:lstStyle>
            <a:lvl1pPr marL="0" indent="0">
              <a:buNone/>
              <a:defRPr lang="en-US" sz="2400" b="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192D3B-60EE-4FC5-9ED7-4445300844CA}"/>
              </a:ext>
            </a:extLst>
          </p:cNvPr>
          <p:cNvSpPr>
            <a:spLocks noGrp="1"/>
          </p:cNvSpPr>
          <p:nvPr>
            <p:ph type="dt" sz="half" idx="10"/>
          </p:nvPr>
        </p:nvSpPr>
        <p:spPr/>
        <p:txBody>
          <a:bodyPr/>
          <a:lstStyle/>
          <a:p>
            <a:fld id="{8F72BA41-EC5B-4197-BCC8-0FD2E523CD7A}" type="datetimeFigureOut">
              <a:rPr lang="en-US" smtClean="0"/>
              <a:t>8/20/2024</a:t>
            </a:fld>
            <a:endParaRPr lang="en-US"/>
          </a:p>
        </p:txBody>
      </p:sp>
      <p:sp>
        <p:nvSpPr>
          <p:cNvPr id="6" name="Footer Placeholder 5">
            <a:extLst>
              <a:ext uri="{FF2B5EF4-FFF2-40B4-BE49-F238E27FC236}">
                <a16:creationId xmlns:a16="http://schemas.microsoft.com/office/drawing/2014/main" id="{5BCF831E-9B19-4936-8BC9-F62A9B118B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71E1D1-F7A2-40D0-91DA-07468A9651E7}"/>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563817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BD70F-ACE4-4595-845E-2296BDF83B5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978CD9-E0B5-4B48-8366-91E6D22C9F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FAF4B4-44D3-4E29-B235-A1B868207789}"/>
              </a:ext>
            </a:extLst>
          </p:cNvPr>
          <p:cNvSpPr>
            <a:spLocks noGrp="1"/>
          </p:cNvSpPr>
          <p:nvPr>
            <p:ph type="dt" sz="half" idx="10"/>
          </p:nvPr>
        </p:nvSpPr>
        <p:spPr/>
        <p:txBody>
          <a:bodyPr/>
          <a:lstStyle/>
          <a:p>
            <a:fld id="{8F72BA41-EC5B-4197-BCC8-0FD2E523CD7A}" type="datetimeFigureOut">
              <a:rPr lang="en-US" smtClean="0"/>
              <a:t>8/20/2024</a:t>
            </a:fld>
            <a:endParaRPr lang="en-US"/>
          </a:p>
        </p:txBody>
      </p:sp>
      <p:sp>
        <p:nvSpPr>
          <p:cNvPr id="5" name="Footer Placeholder 4">
            <a:extLst>
              <a:ext uri="{FF2B5EF4-FFF2-40B4-BE49-F238E27FC236}">
                <a16:creationId xmlns:a16="http://schemas.microsoft.com/office/drawing/2014/main" id="{E2D7BA37-9639-480E-84AB-EA277225CA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BFC658-154E-48DE-AD31-813E5170C93C}"/>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7300530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65405209-5179-4359-91ED-1B1A46619A99}"/>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0E32344F-3BE0-4CE8-B1BD-9ABD425E1C0D}"/>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99DE306-F4FB-4730-A066-ADF38D739563}"/>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CB32885-303F-477F-A081-27425944F230}"/>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60C0C0B-4CD0-467D-A382-2B2415102C48}"/>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88DF0F-327F-43A5-AB71-3D32053D83CA}"/>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98A0902-2662-4911-A532-AA6310861479}"/>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ABDA4F7-23F4-46D1-8B7E-A21DD84083E1}"/>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7FC9FC2-8808-438E-8FFB-5FE416BFB5C8}"/>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04694E5-71F9-4210-9BE8-FC12CC177BD3}"/>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B37E805-A7E5-4906-B0C5-1373F3DA9628}"/>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A4CD964-FBD6-41AB-8A02-9509A2BAC11F}"/>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9CD7FF8-E827-4E0A-BCE2-CCB34EDAC0FC}"/>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C4AD6BB-F1EE-4FB8-96E8-6890447800EC}"/>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E935057-E0A3-4DAE-B9C8-6E818D7A7205}"/>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08DDF69-1C14-453C-BC3A-37D3FE69DFC7}"/>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6C26D82-15BA-4B2E-A42D-2ECA8012D307}"/>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7F73B67-E5E9-4000-91DA-034B2127EFD2}"/>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AFAC1B5-F0DD-4FC0-B4C9-77CB29DF4425}"/>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9ACB3DB-54B2-4CEE-A791-C6FC6C758DAE}"/>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8324004-1030-47D9-B817-425FF6ECCEC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AA001C4-81AB-4FA6-ADAA-C8618056353B}"/>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D1DAD34-7844-4F16-9874-F51F2A23B9EA}"/>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7DCBC6D-1BDA-4CB1-A3EC-59F240C8FA19}"/>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5B3C1A0-58E7-47E4-831B-CF3EE21D1E90}"/>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8A09FAA-E123-4FE4-B67A-9EBDE1A3130F}"/>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317B7C6-C816-4A58-B184-135E4FD19F55}"/>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4D22ABB-4CE8-47DC-80BF-39B3E4CF7048}"/>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A17DE37-A292-4031-AF42-CDB00A13EE76}"/>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73EF673-CB75-435F-9BF3-7594EC3ADF8F}"/>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35F4581-15F6-47EE-87D0-1132A093DBA5}"/>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65CF984-F5BD-45C4-9A12-B02DB4F044E1}"/>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39" name="Right Triangle 38">
            <a:extLst>
              <a:ext uri="{FF2B5EF4-FFF2-40B4-BE49-F238E27FC236}">
                <a16:creationId xmlns:a16="http://schemas.microsoft.com/office/drawing/2014/main" id="{ACE66A86-8455-497B-9CA4-F460A19E5FBB}"/>
              </a:ext>
              <a:ext uri="{C183D7F6-B498-43B3-948B-1728B52AA6E4}">
                <adec:decorative xmlns:adec="http://schemas.microsoft.com/office/drawing/2017/decorative" val="1"/>
              </a:ext>
            </a:extLst>
          </p:cNvPr>
          <p:cNvSpPr/>
          <p:nvPr/>
        </p:nvSpPr>
        <p:spPr>
          <a:xfrm rot="18900000">
            <a:off x="7770390" y="-287370"/>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Vertical Title 1">
            <a:extLst>
              <a:ext uri="{FF2B5EF4-FFF2-40B4-BE49-F238E27FC236}">
                <a16:creationId xmlns:a16="http://schemas.microsoft.com/office/drawing/2014/main" id="{5868C62B-71EF-4824-9EE8-6CAE17984232}"/>
              </a:ext>
            </a:extLst>
          </p:cNvPr>
          <p:cNvSpPr>
            <a:spLocks noGrp="1"/>
          </p:cNvSpPr>
          <p:nvPr>
            <p:ph type="title" orient="vert"/>
          </p:nvPr>
        </p:nvSpPr>
        <p:spPr>
          <a:xfrm>
            <a:off x="7707774" y="715616"/>
            <a:ext cx="3295876" cy="5026597"/>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243E4C8-4AA9-49D7-BF71-1AB5F2CFE1FC}"/>
              </a:ext>
            </a:extLst>
          </p:cNvPr>
          <p:cNvSpPr>
            <a:spLocks noGrp="1"/>
          </p:cNvSpPr>
          <p:nvPr>
            <p:ph type="body" orient="vert" idx="1"/>
          </p:nvPr>
        </p:nvSpPr>
        <p:spPr>
          <a:xfrm>
            <a:off x="683588" y="715616"/>
            <a:ext cx="6770448" cy="502659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97898B3-014E-440B-BA4E-106339212804}"/>
              </a:ext>
            </a:extLst>
          </p:cNvPr>
          <p:cNvSpPr>
            <a:spLocks noGrp="1"/>
          </p:cNvSpPr>
          <p:nvPr>
            <p:ph type="dt" sz="half" idx="10"/>
          </p:nvPr>
        </p:nvSpPr>
        <p:spPr/>
        <p:txBody>
          <a:bodyPr/>
          <a:lstStyle/>
          <a:p>
            <a:fld id="{8F72BA41-EC5B-4197-BCC8-0FD2E523CD7A}" type="datetimeFigureOut">
              <a:rPr lang="en-US" smtClean="0"/>
              <a:t>8/20/2024</a:t>
            </a:fld>
            <a:endParaRPr lang="en-US"/>
          </a:p>
        </p:txBody>
      </p:sp>
      <p:sp>
        <p:nvSpPr>
          <p:cNvPr id="5" name="Footer Placeholder 4">
            <a:extLst>
              <a:ext uri="{FF2B5EF4-FFF2-40B4-BE49-F238E27FC236}">
                <a16:creationId xmlns:a16="http://schemas.microsoft.com/office/drawing/2014/main" id="{81C22643-CE63-4C3E-B437-5A1A5EF911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D1CE5E-160A-4B37-94E2-3D9DC75BFFAF}"/>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556019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BDF0D99C-5D42-41C6-A50C-C4E2D6B2A36E}"/>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40" name="Straight Connector 39">
              <a:extLst>
                <a:ext uri="{FF2B5EF4-FFF2-40B4-BE49-F238E27FC236}">
                  <a16:creationId xmlns:a16="http://schemas.microsoft.com/office/drawing/2014/main" id="{5F28962D-50BA-43F8-8863-28ECE711D3FC}"/>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80F5939-D4E0-46FD-9A5A-5D648E381092}"/>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633D331-78CB-40A1-B167-8185EC5D707B}"/>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512E4B1-E78E-49E7-AA36-374CC1B084E4}"/>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7D46340-CBFC-490F-B44E-7AA8FBF58B05}"/>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575C26C-3EBD-4AA9-BA4D-2561E295D65D}"/>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35DB6BE-E065-4559-BF5C-36B56B379040}"/>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DA54272-CD9D-4F68-BBAB-4F0C0C3EC635}"/>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002CE8F-9256-4F2C-B474-58873717119E}"/>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9C9DE9F-4252-401D-913E-B74C9E326F98}"/>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FE4E69B-534F-4A80-9E1C-798BEE1B0795}"/>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7564E1C-009C-4832-AE8D-E98286693F0C}"/>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305DF1C-5801-43F2-A8B9-5351369418C0}"/>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06E71C8-0783-4E17-9B34-F51231DD2954}"/>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D908F17-2A89-4B0A-A2EA-692390969FE0}"/>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BE22751-380F-44F9-BEED-0A553CF87BE5}"/>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7B27910-846F-4E4E-B588-F5B2E026FE96}"/>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6E0501E-134E-46D7-984F-3A382B0BB29B}"/>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0A83974-CBD7-4A69-9D84-2D3BBDE027A5}"/>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503E931-00D4-4B0C-BC69-49FE5C766518}"/>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7732A30-BE2F-4D71-BC37-60F7B44591B9}"/>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C8EB840-DE7D-4E67-989C-F4D8F50E15BD}"/>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05D2CC2-53CC-487E-A72E-42B1E9B18460}"/>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3A12D6B-1D60-4F26-8FB9-74AD5B070BDF}"/>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1895D00-2D63-443C-95A8-5EB6E5EECBFF}"/>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6AC50652-2A56-4382-95D0-971644EE0FA9}"/>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DA50A374-8880-482D-B54F-F74E0D7BE187}"/>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66364D8-CCC7-4AAF-94BC-766EC160D99E}"/>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A0DC409-26E2-4453-89FD-745EA849BE7F}"/>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239ED039-D66C-4A5E-AA35-E7A5FA2E64C2}"/>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C72C13DC-161E-49CF-96B5-5383AA052AB7}"/>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Placeholder 1">
            <a:extLst>
              <a:ext uri="{FF2B5EF4-FFF2-40B4-BE49-F238E27FC236}">
                <a16:creationId xmlns:a16="http://schemas.microsoft.com/office/drawing/2014/main" id="{05103067-48DA-458C-99F6-9921C19A802A}"/>
              </a:ext>
            </a:extLst>
          </p:cNvPr>
          <p:cNvSpPr>
            <a:spLocks noGrp="1"/>
          </p:cNvSpPr>
          <p:nvPr>
            <p:ph type="title"/>
          </p:nvPr>
        </p:nvSpPr>
        <p:spPr>
          <a:xfrm>
            <a:off x="691079" y="725951"/>
            <a:ext cx="10325000" cy="14424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CB86862-507E-4F73-890F-3B77BCFA3FA2}"/>
              </a:ext>
            </a:extLst>
          </p:cNvPr>
          <p:cNvSpPr>
            <a:spLocks noGrp="1"/>
          </p:cNvSpPr>
          <p:nvPr>
            <p:ph type="body" idx="1"/>
          </p:nvPr>
        </p:nvSpPr>
        <p:spPr>
          <a:xfrm>
            <a:off x="691079" y="2340131"/>
            <a:ext cx="10325000" cy="35644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EFBC0BB-AF05-4753-9159-41A16FBFC3B4}"/>
              </a:ext>
            </a:extLst>
          </p:cNvPr>
          <p:cNvSpPr>
            <a:spLocks noGrp="1"/>
          </p:cNvSpPr>
          <p:nvPr>
            <p:ph type="dt" sz="half" idx="2"/>
          </p:nvPr>
        </p:nvSpPr>
        <p:spPr>
          <a:xfrm>
            <a:off x="683587" y="6215870"/>
            <a:ext cx="3843779" cy="417126"/>
          </a:xfrm>
          <a:prstGeom prst="rect">
            <a:avLst/>
          </a:prstGeom>
        </p:spPr>
        <p:txBody>
          <a:bodyPr vert="horz" lIns="91440" tIns="45720" rIns="91440" bIns="45720" rtlCol="0" anchor="ctr"/>
          <a:lstStyle>
            <a:lvl1pPr algn="l">
              <a:defRPr sz="900">
                <a:solidFill>
                  <a:schemeClr val="tx1">
                    <a:tint val="75000"/>
                  </a:schemeClr>
                </a:solidFill>
              </a:defRPr>
            </a:lvl1pPr>
          </a:lstStyle>
          <a:p>
            <a:fld id="{8F72BA41-EC5B-4197-BCC8-0FD2E523CD7A}" type="datetimeFigureOut">
              <a:rPr lang="en-US" smtClean="0"/>
              <a:pPr/>
              <a:t>8/20/2024</a:t>
            </a:fld>
            <a:endParaRPr lang="en-US" dirty="0"/>
          </a:p>
        </p:txBody>
      </p:sp>
      <p:sp>
        <p:nvSpPr>
          <p:cNvPr id="5" name="Footer Placeholder 4">
            <a:extLst>
              <a:ext uri="{FF2B5EF4-FFF2-40B4-BE49-F238E27FC236}">
                <a16:creationId xmlns:a16="http://schemas.microsoft.com/office/drawing/2014/main" id="{28362F82-EA1A-4B02-8A64-3B44C0D9DAC6}"/>
              </a:ext>
            </a:extLst>
          </p:cNvPr>
          <p:cNvSpPr>
            <a:spLocks noGrp="1"/>
          </p:cNvSpPr>
          <p:nvPr>
            <p:ph type="ftr" sz="quarter" idx="3"/>
          </p:nvPr>
        </p:nvSpPr>
        <p:spPr>
          <a:xfrm>
            <a:off x="691078" y="236364"/>
            <a:ext cx="4114800" cy="417126"/>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9C5EF32-1CA9-4CDA-8182-2FB0C30A0F6F}"/>
              </a:ext>
            </a:extLst>
          </p:cNvPr>
          <p:cNvSpPr>
            <a:spLocks noGrp="1"/>
          </p:cNvSpPr>
          <p:nvPr>
            <p:ph type="sldNum" sz="quarter" idx="4"/>
          </p:nvPr>
        </p:nvSpPr>
        <p:spPr>
          <a:xfrm>
            <a:off x="11003649" y="6215870"/>
            <a:ext cx="979151" cy="417126"/>
          </a:xfrm>
          <a:prstGeom prst="rect">
            <a:avLst/>
          </a:prstGeom>
        </p:spPr>
        <p:txBody>
          <a:bodyPr vert="horz" lIns="91440" tIns="45720" rIns="91440" bIns="45720" rtlCol="0" anchor="ctr"/>
          <a:lstStyle>
            <a:lvl1pPr algn="ctr">
              <a:defRPr sz="900">
                <a:solidFill>
                  <a:schemeClr val="tx1">
                    <a:tint val="75000"/>
                  </a:schemeClr>
                </a:solidFill>
              </a:defRPr>
            </a:lvl1pPr>
          </a:lstStyle>
          <a:p>
            <a:fld id="{BE15108C-154A-4A5A-9C05-91A49A422BA7}" type="slidenum">
              <a:rPr lang="en-US" smtClean="0"/>
              <a:pPr/>
              <a:t>‹#›</a:t>
            </a:fld>
            <a:endParaRPr lang="en-US" dirty="0"/>
          </a:p>
        </p:txBody>
      </p:sp>
      <p:sp>
        <p:nvSpPr>
          <p:cNvPr id="7" name="Right Triangle 6">
            <a:extLst>
              <a:ext uri="{FF2B5EF4-FFF2-40B4-BE49-F238E27FC236}">
                <a16:creationId xmlns:a16="http://schemas.microsoft.com/office/drawing/2014/main" id="{63BAC6E0-ADAC-40FB-AF53-88FA5F83738C}"/>
              </a:ext>
              <a:ext uri="{C183D7F6-B498-43B3-948B-1728B52AA6E4}">
                <adec:decorative xmlns:adec="http://schemas.microsoft.com/office/drawing/2017/decorative" val="1"/>
              </a:ext>
            </a:extLst>
          </p:cNvPr>
          <p:cNvSpPr/>
          <p:nvPr/>
        </p:nvSpPr>
        <p:spPr>
          <a:xfrm rot="13500000">
            <a:off x="-281094" y="151621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43455384"/>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18" r:id="rId6"/>
    <p:sldLayoutId id="2147483714" r:id="rId7"/>
    <p:sldLayoutId id="2147483715" r:id="rId8"/>
    <p:sldLayoutId id="2147483716" r:id="rId9"/>
    <p:sldLayoutId id="2147483717" r:id="rId10"/>
    <p:sldLayoutId id="2147483719" r:id="rId11"/>
  </p:sldLayoutIdLst>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tx2">
            <a:lumMod val="50000"/>
            <a:lumOff val="50000"/>
          </a:schemeClr>
        </a:buClr>
        <a:buSzPct val="75000"/>
        <a:buFont typeface="Wingdings" panose="05000000000000000000" pitchFamily="2" charset="2"/>
        <a:buChar char="§"/>
        <a:defRPr sz="2000" kern="1200">
          <a:solidFill>
            <a:schemeClr val="tx2"/>
          </a:solidFill>
          <a:latin typeface="+mn-lt"/>
          <a:ea typeface="+mn-ea"/>
          <a:cs typeface="+mn-cs"/>
        </a:defRPr>
      </a:lvl1pPr>
      <a:lvl2pPr marL="4572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800" kern="1200">
          <a:solidFill>
            <a:schemeClr val="tx2"/>
          </a:solidFill>
          <a:latin typeface="+mn-lt"/>
          <a:ea typeface="+mn-ea"/>
          <a:cs typeface="+mn-cs"/>
        </a:defRPr>
      </a:lvl2pPr>
      <a:lvl3pPr marL="6858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600" kern="1200">
          <a:solidFill>
            <a:schemeClr val="tx2"/>
          </a:solidFill>
          <a:latin typeface="+mn-lt"/>
          <a:ea typeface="+mn-ea"/>
          <a:cs typeface="+mn-cs"/>
        </a:defRPr>
      </a:lvl3pPr>
      <a:lvl4pPr marL="9144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4pPr>
      <a:lvl5pPr marL="11430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173122F-D466-4F08-90FA-0038F7AC2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1" name="Group 10">
            <a:extLst>
              <a:ext uri="{FF2B5EF4-FFF2-40B4-BE49-F238E27FC236}">
                <a16:creationId xmlns:a16="http://schemas.microsoft.com/office/drawing/2014/main" id="{55FA838A-0E6E-4C88-AD16-9F85F559A8A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F776151C-B860-4795-BFFE-F03EA5ED1D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09A6CDA-1F80-461D-8F38-7CB1291434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CDB1976-3A6B-4C16-97AC-67C7921865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CA8B170-F785-4124-87F7-3572171AFC7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79AF682-A8D7-4472-A839-942C27784F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7C796E0-2433-4EC2-BC73-AE164D10E31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30062F3-843F-4526-900A-D2E2087935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DCB46FC-1F32-4277-859B-CA43B63EC6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A8221B7-2F05-4B1C-86FD-19584DC95D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2AF832F-AB88-42C7-B2F7-4BF3659A5F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9BC4C10-0437-44D7-9B16-5D65CBDE5B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3635B49-FBB3-46C2-9DF8-CF0075EE3C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C6703F5-894D-4289-97F5-E57DD4092C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4005768-6A84-42F3-B812-F73EFC6A34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9764DCF-F546-4CF1-AD5D-48FC346319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D4A8437-E10D-4D18-8C3F-DA4A6CF4F4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A16393C-72E3-4119-8F85-2BE2F3335F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CE950CD-0BA2-4E8E-8A28-238F5A128D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44E765B-48B0-4E85-8F07-5A919C71D1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DB66722-3EF0-4F8A-9DC8-78E0707CB97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AF9B387-70F9-4CAC-A228-6CE60EC3F5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27FA5C8-229C-44FF-B402-6F923E45C9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EBC897A-E45F-4C79-AF98-0822C279AC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5AB8DD1-BC74-473C-A3BD-D8FB548B5F3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77BBCDF-045D-48C1-A45C-BEEB892B36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43A2613-A9FC-4330-8BF0-AF8AA2A23B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06C82F6-F384-4FF8-8C8D-E2E8C4F3E07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7A1AD9FE-6990-40AF-BA95-B0CB398A44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A32048C-7FE5-4B3D-9FC0-C544A1217D4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81D93C9-C94C-4F4C-97DA-01D1AF5E97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E1596736-466A-49D2-9B3C-FC567257CB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125085EE-ACF9-C6BD-74EF-4604EE2BE95A}"/>
              </a:ext>
            </a:extLst>
          </p:cNvPr>
          <p:cNvSpPr>
            <a:spLocks noGrp="1"/>
          </p:cNvSpPr>
          <p:nvPr>
            <p:ph type="ctrTitle"/>
          </p:nvPr>
        </p:nvSpPr>
        <p:spPr>
          <a:xfrm>
            <a:off x="691078" y="3439314"/>
            <a:ext cx="10809844" cy="1608021"/>
          </a:xfrm>
        </p:spPr>
        <p:txBody>
          <a:bodyPr anchor="t">
            <a:normAutofit/>
          </a:bodyPr>
          <a:lstStyle/>
          <a:p>
            <a:pPr>
              <a:lnSpc>
                <a:spcPct val="90000"/>
              </a:lnSpc>
            </a:pPr>
            <a:r>
              <a:rPr lang="en-IN"/>
              <a:t>Principal Components Analysis (PCA)</a:t>
            </a:r>
          </a:p>
        </p:txBody>
      </p:sp>
      <p:sp>
        <p:nvSpPr>
          <p:cNvPr id="3" name="Subtitle 2">
            <a:extLst>
              <a:ext uri="{FF2B5EF4-FFF2-40B4-BE49-F238E27FC236}">
                <a16:creationId xmlns:a16="http://schemas.microsoft.com/office/drawing/2014/main" id="{8FBCFA7C-CADD-6FF3-F90E-3D0AFF717BB6}"/>
              </a:ext>
            </a:extLst>
          </p:cNvPr>
          <p:cNvSpPr>
            <a:spLocks noGrp="1"/>
          </p:cNvSpPr>
          <p:nvPr>
            <p:ph type="subTitle" idx="1"/>
          </p:nvPr>
        </p:nvSpPr>
        <p:spPr>
          <a:xfrm>
            <a:off x="7086744" y="5067957"/>
            <a:ext cx="4414178" cy="1075444"/>
          </a:xfrm>
        </p:spPr>
        <p:txBody>
          <a:bodyPr anchor="b">
            <a:normAutofit/>
          </a:bodyPr>
          <a:lstStyle/>
          <a:p>
            <a:pPr algn="r"/>
            <a:r>
              <a:rPr lang="en-IN" dirty="0"/>
              <a:t>Debajyoti Biswas</a:t>
            </a:r>
          </a:p>
        </p:txBody>
      </p:sp>
      <p:pic>
        <p:nvPicPr>
          <p:cNvPr id="4" name="Picture 3">
            <a:extLst>
              <a:ext uri="{FF2B5EF4-FFF2-40B4-BE49-F238E27FC236}">
                <a16:creationId xmlns:a16="http://schemas.microsoft.com/office/drawing/2014/main" id="{F156A813-A20B-037D-EF97-1721ED441B9B}"/>
              </a:ext>
            </a:extLst>
          </p:cNvPr>
          <p:cNvPicPr>
            <a:picLocks noChangeAspect="1"/>
          </p:cNvPicPr>
          <p:nvPr/>
        </p:nvPicPr>
        <p:blipFill>
          <a:blip r:embed="rId2"/>
          <a:srcRect t="51946" b="14616"/>
          <a:stretch/>
        </p:blipFill>
        <p:spPr>
          <a:xfrm>
            <a:off x="-6214" y="10"/>
            <a:ext cx="12214825" cy="3267587"/>
          </a:xfrm>
          <a:custGeom>
            <a:avLst/>
            <a:gdLst/>
            <a:ahLst/>
            <a:cxnLst/>
            <a:rect l="l" t="t" r="r" b="b"/>
            <a:pathLst>
              <a:path w="12214825" h="3383384">
                <a:moveTo>
                  <a:pt x="12213819" y="0"/>
                </a:moveTo>
                <a:cubicBezTo>
                  <a:pt x="12213819" y="29107"/>
                  <a:pt x="12214067" y="89770"/>
                  <a:pt x="12214502" y="174101"/>
                </a:cubicBezTo>
                <a:lnTo>
                  <a:pt x="12214825" y="234681"/>
                </a:lnTo>
                <a:lnTo>
                  <a:pt x="12214825" y="2718323"/>
                </a:lnTo>
                <a:lnTo>
                  <a:pt x="11377417" y="2725712"/>
                </a:lnTo>
                <a:cubicBezTo>
                  <a:pt x="7318291" y="2799276"/>
                  <a:pt x="6189525" y="3387660"/>
                  <a:pt x="3246747" y="3383361"/>
                </a:cubicBezTo>
                <a:cubicBezTo>
                  <a:pt x="2493396" y="3382260"/>
                  <a:pt x="1619330" y="3339570"/>
                  <a:pt x="544071" y="3235389"/>
                </a:cubicBezTo>
                <a:lnTo>
                  <a:pt x="19466" y="3181198"/>
                </a:lnTo>
                <a:cubicBezTo>
                  <a:pt x="22117" y="2650999"/>
                  <a:pt x="12840" y="2122787"/>
                  <a:pt x="3563" y="1594575"/>
                </a:cubicBezTo>
                <a:lnTo>
                  <a:pt x="0" y="1239098"/>
                </a:lnTo>
                <a:lnTo>
                  <a:pt x="0" y="7944"/>
                </a:lnTo>
                <a:close/>
              </a:path>
            </a:pathLst>
          </a:custGeom>
        </p:spPr>
      </p:pic>
      <p:sp>
        <p:nvSpPr>
          <p:cNvPr id="44" name="Right Triangle 43">
            <a:extLst>
              <a:ext uri="{FF2B5EF4-FFF2-40B4-BE49-F238E27FC236}">
                <a16:creationId xmlns:a16="http://schemas.microsoft.com/office/drawing/2014/main" id="{DB537E44-9142-4F0D-A29D-C1409784F2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79641" y="3682052"/>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103225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5C3AE-4A50-AA39-750B-7E4D1210E3CE}"/>
              </a:ext>
            </a:extLst>
          </p:cNvPr>
          <p:cNvSpPr>
            <a:spLocks noGrp="1"/>
          </p:cNvSpPr>
          <p:nvPr>
            <p:ph type="title"/>
          </p:nvPr>
        </p:nvSpPr>
        <p:spPr/>
        <p:txBody>
          <a:bodyPr/>
          <a:lstStyle/>
          <a:p>
            <a:r>
              <a:rPr lang="en-IN" dirty="0"/>
              <a:t>Curse of Dimensionality</a:t>
            </a:r>
          </a:p>
        </p:txBody>
      </p:sp>
      <p:sp>
        <p:nvSpPr>
          <p:cNvPr id="3" name="Content Placeholder 2">
            <a:extLst>
              <a:ext uri="{FF2B5EF4-FFF2-40B4-BE49-F238E27FC236}">
                <a16:creationId xmlns:a16="http://schemas.microsoft.com/office/drawing/2014/main" id="{43D7B3A9-22DA-B659-EF69-97D88786D160}"/>
              </a:ext>
            </a:extLst>
          </p:cNvPr>
          <p:cNvSpPr>
            <a:spLocks noGrp="1"/>
          </p:cNvSpPr>
          <p:nvPr>
            <p:ph idx="1"/>
          </p:nvPr>
        </p:nvSpPr>
        <p:spPr>
          <a:xfrm>
            <a:off x="691079" y="2340130"/>
            <a:ext cx="11301052" cy="4210571"/>
          </a:xfrm>
        </p:spPr>
        <p:txBody>
          <a:bodyPr>
            <a:normAutofit lnSpcReduction="10000"/>
          </a:bodyPr>
          <a:lstStyle/>
          <a:p>
            <a:pPr algn="just"/>
            <a:r>
              <a:rPr lang="en-US" dirty="0"/>
              <a:t>The curse of dimensionality refers to various phenomena that arise when analyzing and organizing data in high-dimensional spaces that do not occur in low-dimensional settings such as the three-dimensional physical space of everyday experience.</a:t>
            </a:r>
          </a:p>
          <a:p>
            <a:pPr algn="just"/>
            <a:endParaRPr lang="en-US" dirty="0"/>
          </a:p>
          <a:p>
            <a:pPr algn="just"/>
            <a:r>
              <a:rPr lang="en-US" dirty="0"/>
              <a:t>The curse generally refers to issues that arise when the number of datapoints is small (in a suitably defined sense) relative to the intrinsic dimension of the data.</a:t>
            </a:r>
          </a:p>
          <a:p>
            <a:pPr algn="just"/>
            <a:endParaRPr lang="en-US" dirty="0"/>
          </a:p>
          <a:p>
            <a:pPr algn="just"/>
            <a:r>
              <a:rPr lang="en-US" dirty="0"/>
              <a:t>When the dimensionality increases, the volume of the space increases so fast that the available data become sparse. In order to obtain a reliable result, the amount of data needed often grows exponentially with the dimensionality. As the number of features or dimensions grows, the amount of data we need to generalize accurately grows exponentially.</a:t>
            </a:r>
            <a:endParaRPr lang="en-IN" dirty="0"/>
          </a:p>
        </p:txBody>
      </p:sp>
    </p:spTree>
    <p:extLst>
      <p:ext uri="{BB962C8B-B14F-4D97-AF65-F5344CB8AC3E}">
        <p14:creationId xmlns:p14="http://schemas.microsoft.com/office/powerpoint/2010/main" val="1854579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F6913-E75D-1BAD-97EE-BB21044705F7}"/>
              </a:ext>
            </a:extLst>
          </p:cNvPr>
          <p:cNvSpPr>
            <a:spLocks noGrp="1"/>
          </p:cNvSpPr>
          <p:nvPr>
            <p:ph type="title"/>
          </p:nvPr>
        </p:nvSpPr>
        <p:spPr>
          <a:xfrm>
            <a:off x="1867000" y="76214"/>
            <a:ext cx="10325000" cy="720600"/>
          </a:xfrm>
        </p:spPr>
        <p:txBody>
          <a:bodyPr>
            <a:normAutofit fontScale="90000"/>
          </a:bodyPr>
          <a:lstStyle/>
          <a:p>
            <a:r>
              <a:rPr lang="en-IN" dirty="0"/>
              <a:t>PCA</a:t>
            </a:r>
          </a:p>
        </p:txBody>
      </p:sp>
      <p:sp>
        <p:nvSpPr>
          <p:cNvPr id="3" name="Content Placeholder 2">
            <a:extLst>
              <a:ext uri="{FF2B5EF4-FFF2-40B4-BE49-F238E27FC236}">
                <a16:creationId xmlns:a16="http://schemas.microsoft.com/office/drawing/2014/main" id="{A174EEA5-B724-0009-2ABC-F5F46213CBC8}"/>
              </a:ext>
            </a:extLst>
          </p:cNvPr>
          <p:cNvSpPr>
            <a:spLocks noGrp="1"/>
          </p:cNvSpPr>
          <p:nvPr>
            <p:ph idx="1"/>
          </p:nvPr>
        </p:nvSpPr>
        <p:spPr>
          <a:xfrm>
            <a:off x="0" y="849278"/>
            <a:ext cx="7838326" cy="5932507"/>
          </a:xfrm>
        </p:spPr>
        <p:txBody>
          <a:bodyPr>
            <a:normAutofit/>
          </a:bodyPr>
          <a:lstStyle/>
          <a:p>
            <a:pPr algn="just"/>
            <a:r>
              <a:rPr lang="en-US" dirty="0"/>
              <a:t>A dimensionality reduction technique with applications in exploratory data analysis, visualization and data preprocessing.</a:t>
            </a:r>
          </a:p>
          <a:p>
            <a:pPr algn="just"/>
            <a:endParaRPr lang="en-US" dirty="0"/>
          </a:p>
          <a:p>
            <a:pPr algn="just"/>
            <a:r>
              <a:rPr lang="en-US" dirty="0">
                <a:highlight>
                  <a:srgbClr val="FFFF00"/>
                </a:highlight>
              </a:rPr>
              <a:t>Dimensionality reduction, or dimension reduction, is the transformation of data from a high-dimensional space into a low-dimensional space so that the low-dimensional representation retains some meaningful properties of the original data, ideally close to its intrinsic dimension.</a:t>
            </a:r>
          </a:p>
          <a:p>
            <a:pPr algn="just"/>
            <a:endParaRPr lang="en-US" dirty="0"/>
          </a:p>
          <a:p>
            <a:pPr algn="just"/>
            <a:r>
              <a:rPr lang="en-US" b="0" i="0" dirty="0">
                <a:solidFill>
                  <a:srgbClr val="273239"/>
                </a:solidFill>
                <a:effectLst/>
                <a:highlight>
                  <a:srgbClr val="FFFF00"/>
                </a:highlight>
                <a:latin typeface="Nunito" pitchFamily="2" charset="0"/>
              </a:rPr>
              <a:t>Principal Component Analysis (PCA) is a technique for dimensionality reduction </a:t>
            </a:r>
            <a:r>
              <a:rPr lang="en-US" b="0" i="0" dirty="0">
                <a:solidFill>
                  <a:srgbClr val="273239"/>
                </a:solidFill>
                <a:effectLst/>
                <a:highlight>
                  <a:srgbClr val="FFFFFF"/>
                </a:highlight>
                <a:latin typeface="Nunito" pitchFamily="2" charset="0"/>
              </a:rPr>
              <a:t>that identifies a set of orthogonal axes, called principal components, that capture the maximum variance in the data.</a:t>
            </a:r>
            <a:r>
              <a:rPr lang="en-US" dirty="0"/>
              <a:t> </a:t>
            </a:r>
            <a:endParaRPr lang="en-IN" dirty="0"/>
          </a:p>
        </p:txBody>
      </p:sp>
      <p:pic>
        <p:nvPicPr>
          <p:cNvPr id="4" name="Picture 3">
            <a:extLst>
              <a:ext uri="{FF2B5EF4-FFF2-40B4-BE49-F238E27FC236}">
                <a16:creationId xmlns:a16="http://schemas.microsoft.com/office/drawing/2014/main" id="{47187D63-76A4-B4CC-8E62-0FB3FDAB01AB}"/>
              </a:ext>
            </a:extLst>
          </p:cNvPr>
          <p:cNvPicPr>
            <a:picLocks noChangeAspect="1"/>
          </p:cNvPicPr>
          <p:nvPr/>
        </p:nvPicPr>
        <p:blipFill>
          <a:blip r:embed="rId2"/>
          <a:stretch>
            <a:fillRect/>
          </a:stretch>
        </p:blipFill>
        <p:spPr>
          <a:xfrm>
            <a:off x="7838326" y="1044150"/>
            <a:ext cx="4234720" cy="4234720"/>
          </a:xfrm>
          <a:prstGeom prst="rect">
            <a:avLst/>
          </a:prstGeom>
        </p:spPr>
      </p:pic>
    </p:spTree>
    <p:extLst>
      <p:ext uri="{BB962C8B-B14F-4D97-AF65-F5344CB8AC3E}">
        <p14:creationId xmlns:p14="http://schemas.microsoft.com/office/powerpoint/2010/main" val="1650700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1A2F4-6572-A530-F66B-8EB883BADB36}"/>
              </a:ext>
            </a:extLst>
          </p:cNvPr>
          <p:cNvSpPr>
            <a:spLocks noGrp="1"/>
          </p:cNvSpPr>
          <p:nvPr>
            <p:ph type="title"/>
          </p:nvPr>
        </p:nvSpPr>
        <p:spPr/>
        <p:txBody>
          <a:bodyPr/>
          <a:lstStyle/>
          <a:p>
            <a:r>
              <a:rPr lang="en-IN" dirty="0"/>
              <a:t>PCA</a:t>
            </a:r>
          </a:p>
        </p:txBody>
      </p:sp>
      <p:sp>
        <p:nvSpPr>
          <p:cNvPr id="3" name="Content Placeholder 2">
            <a:extLst>
              <a:ext uri="{FF2B5EF4-FFF2-40B4-BE49-F238E27FC236}">
                <a16:creationId xmlns:a16="http://schemas.microsoft.com/office/drawing/2014/main" id="{D0FF972A-4474-CBDD-97E7-8A19F9F4D524}"/>
              </a:ext>
            </a:extLst>
          </p:cNvPr>
          <p:cNvSpPr>
            <a:spLocks noGrp="1"/>
          </p:cNvSpPr>
          <p:nvPr>
            <p:ph idx="1"/>
          </p:nvPr>
        </p:nvSpPr>
        <p:spPr/>
        <p:txBody>
          <a:bodyPr/>
          <a:lstStyle/>
          <a:p>
            <a:r>
              <a:rPr lang="en-US" dirty="0"/>
              <a:t>The principal components are linear combinations of the original variables in the dataset and are ordered in decreasing order of importance. The </a:t>
            </a:r>
            <a:r>
              <a:rPr lang="en-US" dirty="0">
                <a:highlight>
                  <a:srgbClr val="00FFFF"/>
                </a:highlight>
              </a:rPr>
              <a:t>total variance captured by all the principal components is equal to the total variance in the original dataset.</a:t>
            </a:r>
          </a:p>
          <a:p>
            <a:r>
              <a:rPr lang="en-US" dirty="0"/>
              <a:t>The </a:t>
            </a:r>
            <a:r>
              <a:rPr lang="en-US" dirty="0">
                <a:highlight>
                  <a:srgbClr val="FFFF00"/>
                </a:highlight>
              </a:rPr>
              <a:t>first principal component captures the most variation in the data, but the second principal component captures the </a:t>
            </a:r>
            <a:r>
              <a:rPr lang="en-US" dirty="0"/>
              <a:t>maximum variance that is orthogonal to the first principal component, and so on. </a:t>
            </a:r>
          </a:p>
          <a:p>
            <a:r>
              <a:rPr lang="en-US" b="0" i="0" dirty="0">
                <a:solidFill>
                  <a:srgbClr val="273239"/>
                </a:solidFill>
                <a:effectLst/>
                <a:highlight>
                  <a:srgbClr val="FFFFFF"/>
                </a:highlight>
                <a:latin typeface="Nunito" pitchFamily="2" charset="0"/>
              </a:rPr>
              <a:t>PCA </a:t>
            </a:r>
            <a:r>
              <a:rPr lang="en-US" b="0" i="0" dirty="0">
                <a:solidFill>
                  <a:srgbClr val="273239"/>
                </a:solidFill>
                <a:effectLst/>
                <a:highlight>
                  <a:srgbClr val="FFFF00"/>
                </a:highlight>
                <a:latin typeface="Nunito" pitchFamily="2" charset="0"/>
              </a:rPr>
              <a:t>employs a linear transformation that is based on preserving the most variance in the data using the least number of dimensions.</a:t>
            </a:r>
            <a:endParaRPr lang="en-IN" dirty="0">
              <a:highlight>
                <a:srgbClr val="FFFF00"/>
              </a:highlight>
            </a:endParaRPr>
          </a:p>
        </p:txBody>
      </p:sp>
    </p:spTree>
    <p:extLst>
      <p:ext uri="{BB962C8B-B14F-4D97-AF65-F5344CB8AC3E}">
        <p14:creationId xmlns:p14="http://schemas.microsoft.com/office/powerpoint/2010/main" val="1467252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883A1-13D5-40DE-9F77-35621BCDDDC5}"/>
              </a:ext>
            </a:extLst>
          </p:cNvPr>
          <p:cNvSpPr>
            <a:spLocks noGrp="1"/>
          </p:cNvSpPr>
          <p:nvPr>
            <p:ph type="title"/>
          </p:nvPr>
        </p:nvSpPr>
        <p:spPr>
          <a:xfrm>
            <a:off x="511197" y="-473893"/>
            <a:ext cx="10325000" cy="1442463"/>
          </a:xfrm>
        </p:spPr>
        <p:txBody>
          <a:bodyPr/>
          <a:lstStyle/>
          <a:p>
            <a:r>
              <a:rPr lang="en-IN" dirty="0"/>
              <a:t>PCA</a:t>
            </a:r>
          </a:p>
        </p:txBody>
      </p:sp>
      <p:sp>
        <p:nvSpPr>
          <p:cNvPr id="3" name="Content Placeholder 2">
            <a:extLst>
              <a:ext uri="{FF2B5EF4-FFF2-40B4-BE49-F238E27FC236}">
                <a16:creationId xmlns:a16="http://schemas.microsoft.com/office/drawing/2014/main" id="{FE70BB65-FB6E-A8CE-9ADC-15A5BF07CE22}"/>
              </a:ext>
            </a:extLst>
          </p:cNvPr>
          <p:cNvSpPr>
            <a:spLocks noGrp="1"/>
          </p:cNvSpPr>
          <p:nvPr>
            <p:ph idx="1"/>
          </p:nvPr>
        </p:nvSpPr>
        <p:spPr>
          <a:xfrm>
            <a:off x="151433" y="1155907"/>
            <a:ext cx="7686893" cy="5424775"/>
          </a:xfrm>
        </p:spPr>
        <p:txBody>
          <a:bodyPr>
            <a:noAutofit/>
          </a:bodyPr>
          <a:lstStyle/>
          <a:p>
            <a:r>
              <a:rPr lang="en-US" dirty="0">
                <a:latin typeface="Arial" panose="020B0604020202020204" pitchFamily="34" charset="0"/>
                <a:cs typeface="Arial" panose="020B0604020202020204" pitchFamily="34" charset="0"/>
              </a:rPr>
              <a:t>The principal components of a collection of points in a real </a:t>
            </a:r>
            <a:r>
              <a:rPr lang="en-US" dirty="0">
                <a:highlight>
                  <a:srgbClr val="00FFFF"/>
                </a:highlight>
                <a:latin typeface="Arial" panose="020B0604020202020204" pitchFamily="34" charset="0"/>
                <a:cs typeface="Arial" panose="020B0604020202020204" pitchFamily="34" charset="0"/>
              </a:rPr>
              <a:t>coordinate space are a sequence of p unit vectors, where the </a:t>
            </a:r>
            <a:r>
              <a:rPr lang="en-US" dirty="0" err="1">
                <a:highlight>
                  <a:srgbClr val="00FFFF"/>
                </a:highlight>
                <a:latin typeface="Arial" panose="020B0604020202020204" pitchFamily="34" charset="0"/>
                <a:cs typeface="Arial" panose="020B0604020202020204" pitchFamily="34" charset="0"/>
              </a:rPr>
              <a:t>i-th</a:t>
            </a:r>
            <a:r>
              <a:rPr lang="en-US" dirty="0">
                <a:highlight>
                  <a:srgbClr val="00FFFF"/>
                </a:highlight>
                <a:latin typeface="Arial" panose="020B0604020202020204" pitchFamily="34" charset="0"/>
                <a:cs typeface="Arial" panose="020B0604020202020204" pitchFamily="34" charset="0"/>
              </a:rPr>
              <a:t> vector is the direction of a line that best fits the data while being orthogonal to the first i−1 vectors.</a:t>
            </a:r>
          </a:p>
          <a:p>
            <a:r>
              <a:rPr lang="en-US" dirty="0">
                <a:latin typeface="Arial" panose="020B0604020202020204" pitchFamily="34" charset="0"/>
                <a:cs typeface="Arial" panose="020B0604020202020204" pitchFamily="34" charset="0"/>
              </a:rPr>
              <a:t> Here, a best-fitting line is defined as one </a:t>
            </a:r>
            <a:r>
              <a:rPr lang="en-US" dirty="0">
                <a:highlight>
                  <a:srgbClr val="00FFFF"/>
                </a:highlight>
                <a:latin typeface="Arial" panose="020B0604020202020204" pitchFamily="34" charset="0"/>
                <a:cs typeface="Arial" panose="020B0604020202020204" pitchFamily="34" charset="0"/>
              </a:rPr>
              <a:t>that minimizes the average squared perpendicular distance from the points to the line.</a:t>
            </a:r>
          </a:p>
          <a:p>
            <a:r>
              <a:rPr lang="en-US" b="0" i="0" dirty="0">
                <a:solidFill>
                  <a:srgbClr val="202122"/>
                </a:solidFill>
                <a:effectLst/>
                <a:highlight>
                  <a:srgbClr val="FFFFFF"/>
                </a:highlight>
                <a:latin typeface="Arial" panose="020B0604020202020204" pitchFamily="34" charset="0"/>
                <a:cs typeface="Arial" panose="020B0604020202020204" pitchFamily="34" charset="0"/>
              </a:rPr>
              <a:t>Many studies use the first two principal components in order to plot the data in two dimensions and to visually identify clusters of closely related data points.</a:t>
            </a:r>
            <a:endParaRPr lang="en-IN"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92F7B2A3-4552-6A58-DE70-B9848EB1B59B}"/>
              </a:ext>
            </a:extLst>
          </p:cNvPr>
          <p:cNvPicPr>
            <a:picLocks noChangeAspect="1"/>
          </p:cNvPicPr>
          <p:nvPr/>
        </p:nvPicPr>
        <p:blipFill>
          <a:blip r:embed="rId2"/>
          <a:stretch>
            <a:fillRect/>
          </a:stretch>
        </p:blipFill>
        <p:spPr>
          <a:xfrm>
            <a:off x="7838326" y="1044150"/>
            <a:ext cx="4234720" cy="4234720"/>
          </a:xfrm>
          <a:prstGeom prst="rect">
            <a:avLst/>
          </a:prstGeom>
        </p:spPr>
      </p:pic>
    </p:spTree>
    <p:extLst>
      <p:ext uri="{BB962C8B-B14F-4D97-AF65-F5344CB8AC3E}">
        <p14:creationId xmlns:p14="http://schemas.microsoft.com/office/powerpoint/2010/main" val="3945870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EEE8E-7062-2180-3083-965F751F4AC2}"/>
              </a:ext>
            </a:extLst>
          </p:cNvPr>
          <p:cNvSpPr>
            <a:spLocks noGrp="1"/>
          </p:cNvSpPr>
          <p:nvPr>
            <p:ph type="title"/>
          </p:nvPr>
        </p:nvSpPr>
        <p:spPr>
          <a:xfrm>
            <a:off x="571158" y="74173"/>
            <a:ext cx="10325000" cy="879260"/>
          </a:xfrm>
        </p:spPr>
        <p:txBody>
          <a:bodyPr/>
          <a:lstStyle/>
          <a:p>
            <a:r>
              <a:rPr lang="en-IN" dirty="0"/>
              <a:t>Recursive Feature Elimination (RFE)</a:t>
            </a:r>
          </a:p>
        </p:txBody>
      </p:sp>
      <p:sp>
        <p:nvSpPr>
          <p:cNvPr id="3" name="Content Placeholder 2">
            <a:extLst>
              <a:ext uri="{FF2B5EF4-FFF2-40B4-BE49-F238E27FC236}">
                <a16:creationId xmlns:a16="http://schemas.microsoft.com/office/drawing/2014/main" id="{F5FA6352-0381-CBD0-9DC8-3487AEB6876E}"/>
              </a:ext>
            </a:extLst>
          </p:cNvPr>
          <p:cNvSpPr>
            <a:spLocks noGrp="1"/>
          </p:cNvSpPr>
          <p:nvPr>
            <p:ph idx="1"/>
          </p:nvPr>
        </p:nvSpPr>
        <p:spPr>
          <a:xfrm>
            <a:off x="691079" y="1184223"/>
            <a:ext cx="11091190" cy="4720344"/>
          </a:xfrm>
        </p:spPr>
        <p:txBody>
          <a:bodyPr>
            <a:normAutofit/>
          </a:bodyPr>
          <a:lstStyle/>
          <a:p>
            <a:pPr algn="just"/>
            <a:r>
              <a:rPr lang="en-US" sz="2400" dirty="0">
                <a:latin typeface="Arial" panose="020B0604020202020204" pitchFamily="34" charset="0"/>
                <a:cs typeface="Arial" panose="020B0604020202020204" pitchFamily="34" charset="0"/>
              </a:rPr>
              <a:t>Given an external estimator that assigns weights to features (e.g., the coefficients of a linear model), the </a:t>
            </a:r>
            <a:r>
              <a:rPr lang="en-US" sz="2400" dirty="0">
                <a:highlight>
                  <a:srgbClr val="FFFF00"/>
                </a:highlight>
                <a:latin typeface="Arial" panose="020B0604020202020204" pitchFamily="34" charset="0"/>
                <a:cs typeface="Arial" panose="020B0604020202020204" pitchFamily="34" charset="0"/>
              </a:rPr>
              <a:t>goal of recursive feature elimination (RFE) is to select features by recursively considering smaller and smaller sets of features</a:t>
            </a:r>
          </a:p>
          <a:p>
            <a:pPr algn="just"/>
            <a:r>
              <a:rPr lang="en-US" sz="2400" dirty="0">
                <a:latin typeface="Arial" panose="020B0604020202020204" pitchFamily="34" charset="0"/>
                <a:cs typeface="Arial" panose="020B0604020202020204" pitchFamily="34" charset="0"/>
              </a:rPr>
              <a:t>First, the estimator is </a:t>
            </a:r>
            <a:r>
              <a:rPr lang="en-US" sz="2400" dirty="0">
                <a:highlight>
                  <a:srgbClr val="FFFF00"/>
                </a:highlight>
                <a:latin typeface="Arial" panose="020B0604020202020204" pitchFamily="34" charset="0"/>
                <a:cs typeface="Arial" panose="020B0604020202020204" pitchFamily="34" charset="0"/>
              </a:rPr>
              <a:t>trained on the initial set of features and the importance of each feature is obtained either through any specific attribute </a:t>
            </a:r>
            <a:r>
              <a:rPr lang="en-US" sz="2400" dirty="0">
                <a:latin typeface="Arial" panose="020B0604020202020204" pitchFamily="34" charset="0"/>
                <a:cs typeface="Arial" panose="020B0604020202020204" pitchFamily="34" charset="0"/>
              </a:rPr>
              <a:t>(such as </a:t>
            </a:r>
            <a:r>
              <a:rPr lang="en-US" sz="2400" dirty="0" err="1">
                <a:latin typeface="Arial" panose="020B0604020202020204" pitchFamily="34" charset="0"/>
                <a:cs typeface="Arial" panose="020B0604020202020204" pitchFamily="34" charset="0"/>
              </a:rPr>
              <a:t>coef</a:t>
            </a:r>
            <a:r>
              <a:rPr lang="en-US" sz="2400" dirty="0">
                <a:latin typeface="Arial" panose="020B0604020202020204" pitchFamily="34" charset="0"/>
                <a:cs typeface="Arial" panose="020B0604020202020204" pitchFamily="34" charset="0"/>
              </a:rPr>
              <a:t>_, </a:t>
            </a:r>
            <a:r>
              <a:rPr lang="en-US" sz="2400" dirty="0" err="1">
                <a:latin typeface="Arial" panose="020B0604020202020204" pitchFamily="34" charset="0"/>
                <a:cs typeface="Arial" panose="020B0604020202020204" pitchFamily="34" charset="0"/>
              </a:rPr>
              <a:t>feature_importances</a:t>
            </a:r>
            <a:r>
              <a:rPr lang="en-US" sz="2400" dirty="0">
                <a:latin typeface="Arial" panose="020B0604020202020204" pitchFamily="34" charset="0"/>
                <a:cs typeface="Arial" panose="020B0604020202020204" pitchFamily="34" charset="0"/>
              </a:rPr>
              <a:t>_)</a:t>
            </a:r>
          </a:p>
          <a:p>
            <a:pPr algn="just"/>
            <a:r>
              <a:rPr lang="en-US" sz="2400" dirty="0">
                <a:latin typeface="Arial" panose="020B0604020202020204" pitchFamily="34" charset="0"/>
                <a:cs typeface="Arial" panose="020B0604020202020204" pitchFamily="34" charset="0"/>
              </a:rPr>
              <a:t>Then, the </a:t>
            </a:r>
            <a:r>
              <a:rPr lang="en-US" sz="2400" dirty="0">
                <a:highlight>
                  <a:srgbClr val="FFFF00"/>
                </a:highlight>
                <a:latin typeface="Arial" panose="020B0604020202020204" pitchFamily="34" charset="0"/>
                <a:cs typeface="Arial" panose="020B0604020202020204" pitchFamily="34" charset="0"/>
              </a:rPr>
              <a:t>least important features are pruned </a:t>
            </a:r>
            <a:r>
              <a:rPr lang="en-US" sz="2400" dirty="0">
                <a:latin typeface="Arial" panose="020B0604020202020204" pitchFamily="34" charset="0"/>
                <a:cs typeface="Arial" panose="020B0604020202020204" pitchFamily="34" charset="0"/>
              </a:rPr>
              <a:t>from current set of features.</a:t>
            </a:r>
          </a:p>
          <a:p>
            <a:pPr algn="just"/>
            <a:r>
              <a:rPr lang="en-US" sz="2400" dirty="0">
                <a:latin typeface="Arial" panose="020B0604020202020204" pitchFamily="34" charset="0"/>
                <a:cs typeface="Arial" panose="020B0604020202020204" pitchFamily="34" charset="0"/>
              </a:rPr>
              <a:t>That procedure is </a:t>
            </a:r>
            <a:r>
              <a:rPr lang="en-US" sz="2400" dirty="0">
                <a:highlight>
                  <a:srgbClr val="FFFF00"/>
                </a:highlight>
                <a:latin typeface="Arial" panose="020B0604020202020204" pitchFamily="34" charset="0"/>
                <a:cs typeface="Arial" panose="020B0604020202020204" pitchFamily="34" charset="0"/>
              </a:rPr>
              <a:t>recursively repeated on the pruned set </a:t>
            </a:r>
            <a:r>
              <a:rPr lang="en-US" sz="2400" dirty="0">
                <a:latin typeface="Arial" panose="020B0604020202020204" pitchFamily="34" charset="0"/>
                <a:cs typeface="Arial" panose="020B0604020202020204" pitchFamily="34" charset="0"/>
              </a:rPr>
              <a:t>until the desired number of features to select is eventually reached.</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24093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729F9-13C7-B7F7-731F-B032A7D21391}"/>
              </a:ext>
            </a:extLst>
          </p:cNvPr>
          <p:cNvSpPr>
            <a:spLocks noGrp="1"/>
          </p:cNvSpPr>
          <p:nvPr>
            <p:ph type="title"/>
          </p:nvPr>
        </p:nvSpPr>
        <p:spPr>
          <a:xfrm>
            <a:off x="0" y="725951"/>
            <a:ext cx="11992131" cy="1442463"/>
          </a:xfrm>
        </p:spPr>
        <p:txBody>
          <a:bodyPr/>
          <a:lstStyle/>
          <a:p>
            <a:r>
              <a:rPr lang="en-IN" dirty="0"/>
              <a:t>Recursive Feature Elimination Cross Validation (RFE-CV)</a:t>
            </a:r>
          </a:p>
        </p:txBody>
      </p:sp>
      <p:sp>
        <p:nvSpPr>
          <p:cNvPr id="3" name="Content Placeholder 2">
            <a:extLst>
              <a:ext uri="{FF2B5EF4-FFF2-40B4-BE49-F238E27FC236}">
                <a16:creationId xmlns:a16="http://schemas.microsoft.com/office/drawing/2014/main" id="{B1ED9A26-588D-1AB4-89D4-84F3FBF7A69A}"/>
              </a:ext>
            </a:extLst>
          </p:cNvPr>
          <p:cNvSpPr>
            <a:spLocks noGrp="1"/>
          </p:cNvSpPr>
          <p:nvPr>
            <p:ph idx="1"/>
          </p:nvPr>
        </p:nvSpPr>
        <p:spPr>
          <a:xfrm>
            <a:off x="224852" y="2340131"/>
            <a:ext cx="11967148" cy="3564436"/>
          </a:xfrm>
        </p:spPr>
        <p:txBody>
          <a:bodyPr>
            <a:noAutofit/>
          </a:bodyPr>
          <a:lstStyle/>
          <a:p>
            <a:r>
              <a:rPr lang="en-US" sz="2400" dirty="0">
                <a:latin typeface="Arial" panose="020B0604020202020204" pitchFamily="34" charset="0"/>
                <a:cs typeface="Arial" panose="020B0604020202020204" pitchFamily="34" charset="0"/>
              </a:rPr>
              <a:t>RFECV </a:t>
            </a:r>
            <a:r>
              <a:rPr lang="en-US" sz="2400" dirty="0">
                <a:highlight>
                  <a:srgbClr val="FFFF00"/>
                </a:highlight>
                <a:latin typeface="Arial" panose="020B0604020202020204" pitchFamily="34" charset="0"/>
                <a:cs typeface="Arial" panose="020B0604020202020204" pitchFamily="34" charset="0"/>
              </a:rPr>
              <a:t>performs RFE in a cross-validation loop</a:t>
            </a:r>
            <a:r>
              <a:rPr lang="en-US" sz="2400" dirty="0">
                <a:latin typeface="Arial" panose="020B0604020202020204" pitchFamily="34" charset="0"/>
                <a:cs typeface="Arial" panose="020B0604020202020204" pitchFamily="34" charset="0"/>
              </a:rPr>
              <a:t> to find the optimal number of features. </a:t>
            </a:r>
          </a:p>
          <a:p>
            <a:r>
              <a:rPr lang="en-US" sz="2400" dirty="0">
                <a:latin typeface="Arial" panose="020B0604020202020204" pitchFamily="34" charset="0"/>
                <a:cs typeface="Arial" panose="020B0604020202020204" pitchFamily="34" charset="0"/>
              </a:rPr>
              <a:t>The </a:t>
            </a:r>
            <a:r>
              <a:rPr lang="en-US" sz="2400" dirty="0">
                <a:highlight>
                  <a:srgbClr val="FFFF00"/>
                </a:highlight>
                <a:latin typeface="Arial" panose="020B0604020202020204" pitchFamily="34" charset="0"/>
                <a:cs typeface="Arial" panose="020B0604020202020204" pitchFamily="34" charset="0"/>
              </a:rPr>
              <a:t>number of features selected is tuned automatically by fitting an RFE selector on the different cross-validation splits </a:t>
            </a:r>
            <a:r>
              <a:rPr lang="en-US" sz="2400" dirty="0">
                <a:latin typeface="Arial" panose="020B0604020202020204" pitchFamily="34" charset="0"/>
                <a:cs typeface="Arial" panose="020B0604020202020204" pitchFamily="34" charset="0"/>
              </a:rPr>
              <a:t>(provided by the cv parameter).</a:t>
            </a:r>
          </a:p>
          <a:p>
            <a:r>
              <a:rPr lang="en-US" sz="2400" dirty="0">
                <a:latin typeface="Arial" panose="020B0604020202020204" pitchFamily="34" charset="0"/>
                <a:cs typeface="Arial" panose="020B0604020202020204" pitchFamily="34" charset="0"/>
              </a:rPr>
              <a:t>The </a:t>
            </a:r>
            <a:r>
              <a:rPr lang="en-US" sz="2400" dirty="0">
                <a:highlight>
                  <a:srgbClr val="FFFF00"/>
                </a:highlight>
                <a:latin typeface="Arial" panose="020B0604020202020204" pitchFamily="34" charset="0"/>
                <a:cs typeface="Arial" panose="020B0604020202020204" pitchFamily="34" charset="0"/>
              </a:rPr>
              <a:t>performance of the RFE selector are evaluated using scorer for different number of selected features and aggregated together</a:t>
            </a:r>
            <a:r>
              <a:rPr lang="en-US" sz="2400" dirty="0">
                <a:latin typeface="Arial" panose="020B0604020202020204" pitchFamily="34" charset="0"/>
                <a:cs typeface="Arial" panose="020B0604020202020204" pitchFamily="34" charset="0"/>
              </a:rPr>
              <a:t>. </a:t>
            </a:r>
          </a:p>
          <a:p>
            <a:r>
              <a:rPr lang="en-US" sz="2400" dirty="0">
                <a:latin typeface="Arial" panose="020B0604020202020204" pitchFamily="34" charset="0"/>
                <a:cs typeface="Arial" panose="020B0604020202020204" pitchFamily="34" charset="0"/>
              </a:rPr>
              <a:t>Finally, the </a:t>
            </a:r>
            <a:r>
              <a:rPr lang="en-US" sz="2400" dirty="0">
                <a:highlight>
                  <a:srgbClr val="FFFF00"/>
                </a:highlight>
                <a:latin typeface="Arial" panose="020B0604020202020204" pitchFamily="34" charset="0"/>
                <a:cs typeface="Arial" panose="020B0604020202020204" pitchFamily="34" charset="0"/>
              </a:rPr>
              <a:t>scores are averaged across folds and the number of features selected is set to the number of features that maximize the cross-validation score</a:t>
            </a:r>
            <a:r>
              <a:rPr lang="en-US" sz="2400" dirty="0">
                <a:latin typeface="Arial" panose="020B0604020202020204" pitchFamily="34" charset="0"/>
                <a:cs typeface="Arial" panose="020B0604020202020204" pitchFamily="34" charset="0"/>
              </a:rPr>
              <a:t>.</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7176762"/>
      </p:ext>
    </p:extLst>
  </p:cSld>
  <p:clrMapOvr>
    <a:masterClrMapping/>
  </p:clrMapOvr>
</p:sld>
</file>

<file path=ppt/theme/theme1.xml><?xml version="1.0" encoding="utf-8"?>
<a:theme xmlns:a="http://schemas.openxmlformats.org/drawingml/2006/main" name="CosineVTI">
  <a:themeElements>
    <a:clrScheme name="AnalogousFromRegularSeedLeftStep">
      <a:dk1>
        <a:srgbClr val="000000"/>
      </a:dk1>
      <a:lt1>
        <a:srgbClr val="FFFFFF"/>
      </a:lt1>
      <a:dk2>
        <a:srgbClr val="1D3325"/>
      </a:dk2>
      <a:lt2>
        <a:srgbClr val="E8E3E2"/>
      </a:lt2>
      <a:accent1>
        <a:srgbClr val="43ADC9"/>
      </a:accent1>
      <a:accent2>
        <a:srgbClr val="30B499"/>
      </a:accent2>
      <a:accent3>
        <a:srgbClr val="3CB56A"/>
      </a:accent3>
      <a:accent4>
        <a:srgbClr val="37BA32"/>
      </a:accent4>
      <a:accent5>
        <a:srgbClr val="71B13B"/>
      </a:accent5>
      <a:accent6>
        <a:srgbClr val="9AAA2E"/>
      </a:accent6>
      <a:hlink>
        <a:srgbClr val="BF5A3F"/>
      </a:hlink>
      <a:folHlink>
        <a:srgbClr val="7F7F7F"/>
      </a:folHlink>
    </a:clrScheme>
    <a:fontScheme name="Custom 50">
      <a:majorFont>
        <a:latin typeface="Grandview"/>
        <a:ea typeface=""/>
        <a:cs typeface=""/>
      </a:majorFont>
      <a:minorFont>
        <a:latin typeface="Grandview"/>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sineVTI" id="{4F4449D5-5E9D-4D83-9E2A-939F9CF20276}" vid="{03166EA1-370F-4321-A61E-8851365B4312}"/>
    </a:ext>
  </a:extLst>
</a:theme>
</file>

<file path=docProps/app.xml><?xml version="1.0" encoding="utf-8"?>
<Properties xmlns="http://schemas.openxmlformats.org/officeDocument/2006/extended-properties" xmlns:vt="http://schemas.openxmlformats.org/officeDocument/2006/docPropsVTypes">
  <TotalTime>235</TotalTime>
  <Words>642</Words>
  <Application>Microsoft Office PowerPoint</Application>
  <PresentationFormat>Widescreen</PresentationFormat>
  <Paragraphs>32</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Grandview</vt:lpstr>
      <vt:lpstr>Nunito</vt:lpstr>
      <vt:lpstr>Wingdings</vt:lpstr>
      <vt:lpstr>CosineVTI</vt:lpstr>
      <vt:lpstr>Principal Components Analysis (PCA)</vt:lpstr>
      <vt:lpstr>Curse of Dimensionality</vt:lpstr>
      <vt:lpstr>PCA</vt:lpstr>
      <vt:lpstr>PCA</vt:lpstr>
      <vt:lpstr>PCA</vt:lpstr>
      <vt:lpstr>Recursive Feature Elimination (RFE)</vt:lpstr>
      <vt:lpstr>Recursive Feature Elimination Cross Validation (RFE-CV)</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DEBAJYOTI BISWAS</dc:creator>
  <cp:lastModifiedBy>DEBAJYOTI BISWAS</cp:lastModifiedBy>
  <cp:revision>8</cp:revision>
  <dcterms:created xsi:type="dcterms:W3CDTF">2024-08-05T04:37:16Z</dcterms:created>
  <dcterms:modified xsi:type="dcterms:W3CDTF">2024-08-20T04:08:56Z</dcterms:modified>
</cp:coreProperties>
</file>